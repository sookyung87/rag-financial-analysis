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90" r:id="rId2"/>
    <p:sldId id="292" r:id="rId3"/>
    <p:sldId id="295" r:id="rId4"/>
    <p:sldId id="296" r:id="rId5"/>
    <p:sldId id="297" r:id="rId6"/>
    <p:sldId id="307" r:id="rId7"/>
    <p:sldId id="298" r:id="rId8"/>
    <p:sldId id="300" r:id="rId9"/>
    <p:sldId id="301" r:id="rId10"/>
    <p:sldId id="302" r:id="rId11"/>
    <p:sldId id="299" r:id="rId12"/>
    <p:sldId id="303" r:id="rId13"/>
    <p:sldId id="304" r:id="rId14"/>
    <p:sldId id="306" r:id="rId15"/>
    <p:sldId id="305" r:id="rId16"/>
    <p:sldId id="294" r:id="rId17"/>
    <p:sldId id="293" r:id="rId18"/>
  </p:sldIdLst>
  <p:sldSz cx="18288000" cy="10287000"/>
  <p:notesSz cx="6858000" cy="9144000"/>
  <p:embeddedFontLst>
    <p:embeddedFont>
      <p:font typeface="Pretendard Medium" panose="020B0600000101010101" charset="-127"/>
      <p:bold r:id="rId20"/>
    </p:embeddedFont>
    <p:embeddedFont>
      <p:font typeface="Pretendard Regular" panose="020B0600000101010101" charset="-127"/>
      <p:regular r:id="rId21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CE1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E2F7-574B-495F-BEDB-AEB20D5BFA36}" type="datetimeFigureOut">
              <a:rPr lang="ko-KR" altLang="en-US" smtClean="0"/>
              <a:t>2024-10-30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5769C-C8F2-4A83-8FD6-DE221E3FB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40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7C6B2-1DA5-00FE-BE47-9A5F6F60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08384D5-06C1-2EC8-B1EF-BEB939D49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72A1597-A6AE-9D44-9854-762DE464F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4786C7D-B0A1-2FB0-A62E-7F1DA1EE1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BD30E02-C3FE-8776-1295-F7BE7FCF5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84927A80-0075-6CC1-DF56-7F2B8D707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1B65275B-6445-47DB-73BA-4054155B8AAC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8CCA26F-39AD-4F74-02C4-4EA3D546672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초기 </a:t>
            </a:r>
            <a:r>
              <a:rPr lang="ko-KR" altLang="en-US" sz="2500" spc="-100" dirty="0" err="1">
                <a:solidFill>
                  <a:srgbClr val="747EA7"/>
                </a:solidFill>
                <a:latin typeface="Pretendard Regular"/>
                <a:ea typeface="Pretendard Regular"/>
              </a:rPr>
              <a:t>메인화면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로그인 전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)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3FE60CD-0B06-B1AA-BD3D-FDDAE3FAF771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3A1C5AF4-12AA-9807-DE5A-B8E699BF2E10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23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0E78B43-0990-DFE5-BD0E-A137961EF83B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4E4260CD-306D-DA41-7E9F-64BE4203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6CED569D-B701-9319-2F4C-DCE0D5A2C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0470D3AC-CA56-17FC-3AE2-82D3BB33C961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4CEA630C-0448-F6C9-F83B-3AAA073C7400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0A58B7BA-1174-F7E6-3B9B-56679101019E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332B4EE7-58E8-D6FB-5912-768B269A0DAF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25A1222E-9E11-00A5-ED63-F29CD4E56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7DC712E1-6474-2112-B799-0BD501A666D1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56B031C7-C407-4643-EB57-944C3F33270D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A172717C-D1BC-EA5C-AEA7-EFE9CFD6E56C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1874A335-75B4-46CF-DA47-89EFDD46CB15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6243BF6-AB76-D5D6-7841-4DDC6B4423A9}"/>
              </a:ext>
            </a:extLst>
          </p:cNvPr>
          <p:cNvGrpSpPr/>
          <p:nvPr/>
        </p:nvGrpSpPr>
        <p:grpSpPr>
          <a:xfrm>
            <a:off x="2520000" y="2952000"/>
            <a:ext cx="10260000" cy="6588000"/>
            <a:chOff x="333375" y="1357849"/>
            <a:chExt cx="8210550" cy="4804826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6B09BFD-0199-C948-8224-3AF1F3080568}"/>
                </a:ext>
              </a:extLst>
            </p:cNvPr>
            <p:cNvSpPr/>
            <p:nvPr/>
          </p:nvSpPr>
          <p:spPr>
            <a:xfrm>
              <a:off x="333375" y="1362075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0DDFDA3E-4528-FC25-E0F7-83C57E8D9343}"/>
                </a:ext>
              </a:extLst>
            </p:cNvPr>
            <p:cNvSpPr/>
            <p:nvPr/>
          </p:nvSpPr>
          <p:spPr>
            <a:xfrm>
              <a:off x="333375" y="1357849"/>
              <a:ext cx="8210550" cy="60852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115256C-61E5-26F8-5479-341E34C68933}"/>
                </a:ext>
              </a:extLst>
            </p:cNvPr>
            <p:cNvSpPr txBox="1"/>
            <p:nvPr/>
          </p:nvSpPr>
          <p:spPr>
            <a:xfrm>
              <a:off x="408907" y="1398628"/>
              <a:ext cx="177298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b="1" dirty="0"/>
                <a:t>COMJSH</a:t>
              </a:r>
              <a:endParaRPr lang="ko-KR" altLang="en-US" sz="3000" b="1" dirty="0"/>
            </a:p>
          </p:txBody>
        </p:sp>
        <p:sp>
          <p:nvSpPr>
            <p:cNvPr id="38" name="말풍선: 사각형 37">
              <a:extLst>
                <a:ext uri="{FF2B5EF4-FFF2-40B4-BE49-F238E27FC236}">
                  <a16:creationId xmlns:a16="http://schemas.microsoft.com/office/drawing/2014/main" id="{ADCC385C-64C9-0692-2FD8-06D158EB8CCE}"/>
                </a:ext>
              </a:extLst>
            </p:cNvPr>
            <p:cNvSpPr/>
            <p:nvPr/>
          </p:nvSpPr>
          <p:spPr>
            <a:xfrm>
              <a:off x="2486844" y="1547813"/>
              <a:ext cx="304800" cy="228600"/>
            </a:xfrm>
            <a:prstGeom prst="wedgeRectCallou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FB8AF4E-4E15-BD46-CF6D-7C1BA785A56F}"/>
                </a:ext>
              </a:extLst>
            </p:cNvPr>
            <p:cNvSpPr txBox="1"/>
            <p:nvPr/>
          </p:nvSpPr>
          <p:spPr>
            <a:xfrm>
              <a:off x="2791644" y="1477447"/>
              <a:ext cx="962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AI </a:t>
              </a:r>
              <a:r>
                <a:rPr lang="ko-KR" altLang="en-US" b="1" dirty="0"/>
                <a:t>채팅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FF781EF-C076-1BAE-1B60-229185025BDE}"/>
                </a:ext>
              </a:extLst>
            </p:cNvPr>
            <p:cNvSpPr txBox="1"/>
            <p:nvPr/>
          </p:nvSpPr>
          <p:spPr>
            <a:xfrm>
              <a:off x="3753767" y="1477447"/>
              <a:ext cx="533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🔍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0BC016B-9750-5B4E-FB42-C7D7AECB1455}"/>
                </a:ext>
              </a:extLst>
            </p:cNvPr>
            <p:cNvSpPr txBox="1"/>
            <p:nvPr/>
          </p:nvSpPr>
          <p:spPr>
            <a:xfrm>
              <a:off x="4058567" y="1477447"/>
              <a:ext cx="1423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AI </a:t>
              </a:r>
              <a:r>
                <a:rPr lang="ko-KR" altLang="en-US" b="1" dirty="0"/>
                <a:t>종목분석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E287D31-2A00-B2FD-BCA4-B81C4893DB73}"/>
                </a:ext>
              </a:extLst>
            </p:cNvPr>
            <p:cNvSpPr/>
            <p:nvPr/>
          </p:nvSpPr>
          <p:spPr>
            <a:xfrm>
              <a:off x="7562849" y="1515546"/>
              <a:ext cx="792865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>
                  <a:solidFill>
                    <a:schemeClr val="tx1"/>
                  </a:solidFill>
                </a:rPr>
                <a:t>로그인</a:t>
              </a:r>
              <a:endParaRPr lang="ko-KR" alt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90E9D0-3C9C-5272-A63F-E672D78B7B87}"/>
                </a:ext>
              </a:extLst>
            </p:cNvPr>
            <p:cNvSpPr txBox="1"/>
            <p:nvPr/>
          </p:nvSpPr>
          <p:spPr>
            <a:xfrm>
              <a:off x="3317189" y="3161526"/>
              <a:ext cx="2242922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000" b="1" dirty="0"/>
                <a:t>COMJSH</a:t>
              </a:r>
            </a:p>
            <a:p>
              <a:pPr algn="ctr"/>
              <a:endParaRPr lang="en-US" altLang="ko-KR" sz="3000" b="1" dirty="0"/>
            </a:p>
            <a:p>
              <a:pPr algn="ctr"/>
              <a:r>
                <a:rPr lang="ko-KR" altLang="en-US" sz="3000" b="1" dirty="0"/>
                <a:t>사이트 설명</a:t>
              </a:r>
            </a:p>
          </p:txBody>
        </p:sp>
      </p:grp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675F0EF8-5CC5-4276-07F4-2B6E34A76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757432"/>
              </p:ext>
            </p:extLst>
          </p:nvPr>
        </p:nvGraphicFramePr>
        <p:xfrm>
          <a:off x="12924000" y="2952000"/>
          <a:ext cx="4664892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00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COMJSH</a:t>
                      </a:r>
                      <a:r>
                        <a:rPr lang="ko-KR" altLang="en-US" dirty="0"/>
                        <a:t> 문구 클릭 시 초기 </a:t>
                      </a:r>
                      <a:r>
                        <a:rPr lang="ko-KR" altLang="en-US" dirty="0" err="1"/>
                        <a:t>메인화면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전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로그인 화면으로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로그인 화면으로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327544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해당 버튼 클릭 시 로그인 화면으로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713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사이트가 무엇을 하는 사이트인지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개발 목적과 사용 방법 등을 설명하는 문구를 보여준다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425836"/>
                  </a:ext>
                </a:extLst>
              </a:tr>
            </a:tbl>
          </a:graphicData>
        </a:graphic>
      </p:graphicFrame>
      <p:sp>
        <p:nvSpPr>
          <p:cNvPr id="46" name="순서도: 연결자 45">
            <a:extLst>
              <a:ext uri="{FF2B5EF4-FFF2-40B4-BE49-F238E27FC236}">
                <a16:creationId xmlns:a16="http://schemas.microsoft.com/office/drawing/2014/main" id="{97094A71-6F33-ABEB-559F-EBC3B3B70C60}"/>
              </a:ext>
            </a:extLst>
          </p:cNvPr>
          <p:cNvSpPr/>
          <p:nvPr/>
        </p:nvSpPr>
        <p:spPr>
          <a:xfrm>
            <a:off x="2165586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2E2209A1-EA88-4906-D4FD-C64B611FCEDF}"/>
              </a:ext>
            </a:extLst>
          </p:cNvPr>
          <p:cNvSpPr/>
          <p:nvPr/>
        </p:nvSpPr>
        <p:spPr>
          <a:xfrm>
            <a:off x="4633150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815A0E4C-A25A-C3BC-D299-66A7BEDA417C}"/>
              </a:ext>
            </a:extLst>
          </p:cNvPr>
          <p:cNvSpPr/>
          <p:nvPr/>
        </p:nvSpPr>
        <p:spPr>
          <a:xfrm>
            <a:off x="630215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2BC5069B-D28B-866A-8E8E-1AC4781883FB}"/>
              </a:ext>
            </a:extLst>
          </p:cNvPr>
          <p:cNvSpPr/>
          <p:nvPr/>
        </p:nvSpPr>
        <p:spPr>
          <a:xfrm>
            <a:off x="10976186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6D34A528-D424-D969-3242-A1BB6E8AF84C}"/>
              </a:ext>
            </a:extLst>
          </p:cNvPr>
          <p:cNvSpPr/>
          <p:nvPr/>
        </p:nvSpPr>
        <p:spPr>
          <a:xfrm>
            <a:off x="6288193" y="532556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398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9C4C6-7237-EB14-6C4A-C84050FA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53BBA54-A2EF-EE7B-85F2-022A8CAAB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FA03597-DF7E-F53A-125A-02B7B0D64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DC10943-1FC0-C229-63FC-965ADDD49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B82FD65-DB84-B58A-FB5B-839776F4B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3420B936-5247-5338-CA35-BB88E4752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39FF5373-A763-F1E5-31D0-B21A29072457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9709894-0A53-E0CB-1ABA-378C69191B1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로그인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화면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21ECF87-7AB3-1C05-94F0-919D5D46ED3C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97726139-352D-B580-7085-9CEBAB915628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24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ACDEFCE-F7C0-0497-1584-3F8D672FB0FB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C11E6F30-D61F-7A72-4151-7F4D1DFA8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9485E07C-B375-E286-94C1-D170C07AF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A2A2EFC9-FD79-807C-36FF-B10BEFD088C4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DB890037-2A91-C4A5-ADED-40EA831D3EF0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D08DF4C8-7D5E-7865-E997-712F546A1003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30C39CDD-99AC-287A-BEA7-D69B4CD352DF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C69090D7-5D24-88C5-7C46-49C8B9076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81CAFE97-0BB8-B5B4-8E0D-115C9EB12060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97A5A3B1-79BD-8C89-0426-2ED8CFA1365D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3257E876-AC04-411F-CFCE-7B7A84C516E1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3D0A2436-C995-6C74-95EE-259061A60B74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1B1ACE2-2429-AEC1-67E7-DFDF64F563CA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33375" y="1362075"/>
            <a:chExt cx="8210550" cy="48006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2818D6E-8C1A-72A3-E018-730DB167AAC0}"/>
                </a:ext>
              </a:extLst>
            </p:cNvPr>
            <p:cNvSpPr/>
            <p:nvPr/>
          </p:nvSpPr>
          <p:spPr>
            <a:xfrm>
              <a:off x="333375" y="1362075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22A1940-228B-3DAA-742D-7C84420820EF}"/>
                </a:ext>
              </a:extLst>
            </p:cNvPr>
            <p:cNvSpPr txBox="1"/>
            <p:nvPr/>
          </p:nvSpPr>
          <p:spPr>
            <a:xfrm>
              <a:off x="3552157" y="2713077"/>
              <a:ext cx="177298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b="1" dirty="0"/>
                <a:t>COMJSH</a:t>
              </a:r>
              <a:endParaRPr lang="ko-KR" altLang="en-US" sz="30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88D4E1-02E0-E74F-9C22-8ACCE15AA27B}"/>
                </a:ext>
              </a:extLst>
            </p:cNvPr>
            <p:cNvSpPr txBox="1"/>
            <p:nvPr/>
          </p:nvSpPr>
          <p:spPr>
            <a:xfrm>
              <a:off x="2514600" y="3507343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이메일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362460-1C3B-F14E-50E1-295DCD50C7C2}"/>
                </a:ext>
              </a:extLst>
            </p:cNvPr>
            <p:cNvSpPr txBox="1"/>
            <p:nvPr/>
          </p:nvSpPr>
          <p:spPr>
            <a:xfrm>
              <a:off x="2283767" y="391477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비밀번호</a:t>
              </a:r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FF1BDC0-6B8A-D169-6891-02319E6006E1}"/>
                </a:ext>
              </a:extLst>
            </p:cNvPr>
            <p:cNvSpPr/>
            <p:nvPr/>
          </p:nvSpPr>
          <p:spPr>
            <a:xfrm>
              <a:off x="3552157" y="3545443"/>
              <a:ext cx="2181892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C0AF3CA-AA0B-C95D-C3CC-DCF0A4DF361F}"/>
                </a:ext>
              </a:extLst>
            </p:cNvPr>
            <p:cNvSpPr/>
            <p:nvPr/>
          </p:nvSpPr>
          <p:spPr>
            <a:xfrm>
              <a:off x="3552156" y="3952875"/>
              <a:ext cx="2181893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607BF23-014F-3127-F23B-62464FEF808A}"/>
                </a:ext>
              </a:extLst>
            </p:cNvPr>
            <p:cNvSpPr/>
            <p:nvPr/>
          </p:nvSpPr>
          <p:spPr>
            <a:xfrm>
              <a:off x="5325143" y="4785240"/>
              <a:ext cx="770857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로그인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CAA425-0352-F6F1-DDC6-BF97CEED46D6}"/>
                </a:ext>
              </a:extLst>
            </p:cNvPr>
            <p:cNvSpPr txBox="1"/>
            <p:nvPr/>
          </p:nvSpPr>
          <p:spPr>
            <a:xfrm>
              <a:off x="3478360" y="4294912"/>
              <a:ext cx="239681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u="sng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회원가입</a:t>
              </a:r>
              <a:r>
                <a:rPr lang="en-US" altLang="ko-KR" sz="15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	 </a:t>
              </a:r>
              <a:r>
                <a:rPr lang="ko-KR" altLang="en-US" sz="1500" u="sng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비밀번호 찾기</a:t>
              </a:r>
            </a:p>
          </p:txBody>
        </p:sp>
      </p:grp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F3DCAE0D-0E0D-FAF5-B01C-1ADBCE239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658891"/>
              </p:ext>
            </p:extLst>
          </p:nvPr>
        </p:nvGraphicFramePr>
        <p:xfrm>
          <a:off x="12924000" y="2952000"/>
          <a:ext cx="4664892" cy="695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00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COMJSH</a:t>
                      </a:r>
                      <a:r>
                        <a:rPr lang="ko-KR" altLang="en-US" dirty="0"/>
                        <a:t> 문구 클릭 시 초기 </a:t>
                      </a:r>
                      <a:r>
                        <a:rPr lang="ko-KR" altLang="en-US" dirty="0" err="1"/>
                        <a:t>메인화면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전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이메일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아이디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를 작성하는 칸이다</a:t>
                      </a:r>
                      <a:r>
                        <a:rPr lang="en-US" altLang="ko-KR" dirty="0"/>
                        <a:t>.  </a:t>
                      </a:r>
                      <a:r>
                        <a:rPr lang="ko-KR" altLang="en-US" dirty="0"/>
                        <a:t>해당 칸을 작성하지 않고 로그인 버튼</a:t>
                      </a:r>
                      <a:r>
                        <a:rPr lang="en-US" altLang="ko-KR" dirty="0"/>
                        <a:t>(6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누르면 </a:t>
                      </a: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이메일을 입력해주세요</a:t>
                      </a:r>
                      <a:r>
                        <a:rPr lang="en-US" altLang="ko-KR" dirty="0"/>
                        <a:t>‘ </a:t>
                      </a:r>
                      <a:r>
                        <a:rPr lang="ko-KR" altLang="en-US" dirty="0"/>
                        <a:t>경고문이 출력된다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  <a:tr h="2915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비밀번호를 작성하는 칸이다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칸을 작성하지 않고 로그인 버튼</a:t>
                      </a:r>
                      <a:r>
                        <a:rPr lang="en-US" altLang="ko-KR" dirty="0"/>
                        <a:t>(6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누르면 </a:t>
                      </a: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비밀번호를 입력해주세요</a:t>
                      </a:r>
                      <a:r>
                        <a:rPr lang="en-US" altLang="ko-KR" dirty="0"/>
                        <a:t>‘ </a:t>
                      </a:r>
                      <a:r>
                        <a:rPr lang="ko-KR" altLang="en-US" dirty="0"/>
                        <a:t>경고문이 출력된다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경고문의 출력 우선순위는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번 </a:t>
                      </a:r>
                      <a:r>
                        <a:rPr lang="en-US" altLang="ko-KR" dirty="0"/>
                        <a:t>&gt; 3</a:t>
                      </a:r>
                      <a:r>
                        <a:rPr lang="ko-KR" altLang="en-US" dirty="0"/>
                        <a:t>번이다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997598"/>
                  </a:ext>
                </a:extLst>
              </a:tr>
              <a:tr h="2174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u="sng" dirty="0"/>
                        <a:t>회원가입</a:t>
                      </a:r>
                      <a:r>
                        <a:rPr lang="ko-KR" altLang="en-US" u="none" dirty="0"/>
                        <a:t> 문구 클릭 시 회원 가입 화면</a:t>
                      </a:r>
                      <a:r>
                        <a:rPr lang="en-US" altLang="ko-KR" u="none" dirty="0"/>
                        <a:t>(1)</a:t>
                      </a:r>
                      <a:r>
                        <a:rPr lang="ko-KR" altLang="en-US" u="none" dirty="0"/>
                        <a:t>으로 이동한다</a:t>
                      </a:r>
                      <a:r>
                        <a:rPr lang="en-US" altLang="ko-KR" u="none" dirty="0"/>
                        <a:t>.</a:t>
                      </a:r>
                      <a:endParaRPr lang="ko-KR" altLang="en-US" u="none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641855"/>
                  </a:ext>
                </a:extLst>
              </a:tr>
              <a:tr h="1432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u="sng" dirty="0"/>
                        <a:t>비밀번호 찾기</a:t>
                      </a:r>
                      <a:r>
                        <a:rPr lang="ko-KR" altLang="en-US" u="none" dirty="0"/>
                        <a:t> 문구 클릭 시 비밀번호 찾기 화면</a:t>
                      </a:r>
                      <a:r>
                        <a:rPr lang="en-US" altLang="ko-KR" u="none" dirty="0"/>
                        <a:t>(1)</a:t>
                      </a:r>
                      <a:r>
                        <a:rPr lang="ko-KR" altLang="en-US" u="none" dirty="0"/>
                        <a:t>으로 이동한다</a:t>
                      </a:r>
                      <a:r>
                        <a:rPr lang="en-US" altLang="ko-KR" u="none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35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로그인 유효성 검사를 진행한다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이메일과 비밀번호가 일치하지 않을 경우 </a:t>
                      </a: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이메일 또는 비밀번호가 잘못되었습니다</a:t>
                      </a:r>
                      <a:r>
                        <a:rPr lang="en-US" altLang="ko-KR" dirty="0"/>
                        <a:t>.’ </a:t>
                      </a:r>
                      <a:r>
                        <a:rPr lang="ko-KR" altLang="en-US" dirty="0"/>
                        <a:t>경고문을 출력한다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로그인 정보가 일치하면 로그인 한 후 초기 </a:t>
                      </a:r>
                      <a:r>
                        <a:rPr lang="ko-KR" altLang="en-US" dirty="0" err="1"/>
                        <a:t>메인화면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후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258789"/>
                  </a:ext>
                </a:extLst>
              </a:tr>
            </a:tbl>
          </a:graphicData>
        </a:graphic>
      </p:graphicFrame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F13F9F72-220C-12BA-74DD-D2F3E3454A48}"/>
              </a:ext>
            </a:extLst>
          </p:cNvPr>
          <p:cNvSpPr/>
          <p:nvPr/>
        </p:nvSpPr>
        <p:spPr>
          <a:xfrm>
            <a:off x="4722284" y="541962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순서도: 연결자 33">
            <a:extLst>
              <a:ext uri="{FF2B5EF4-FFF2-40B4-BE49-F238E27FC236}">
                <a16:creationId xmlns:a16="http://schemas.microsoft.com/office/drawing/2014/main" id="{EE7DFABB-05F2-EEE8-977C-EFA70165E581}"/>
              </a:ext>
            </a:extLst>
          </p:cNvPr>
          <p:cNvSpPr/>
          <p:nvPr/>
        </p:nvSpPr>
        <p:spPr>
          <a:xfrm>
            <a:off x="4385199" y="6400309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5" name="순서도: 연결자 34">
            <a:extLst>
              <a:ext uri="{FF2B5EF4-FFF2-40B4-BE49-F238E27FC236}">
                <a16:creationId xmlns:a16="http://schemas.microsoft.com/office/drawing/2014/main" id="{7DB29215-7986-8FA7-F042-D1E20FDBDBF9}"/>
              </a:ext>
            </a:extLst>
          </p:cNvPr>
          <p:cNvSpPr/>
          <p:nvPr/>
        </p:nvSpPr>
        <p:spPr>
          <a:xfrm>
            <a:off x="6137301" y="7256905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F6846003-747B-D7FC-DB38-2B18FA12D1A3}"/>
              </a:ext>
            </a:extLst>
          </p:cNvPr>
          <p:cNvSpPr/>
          <p:nvPr/>
        </p:nvSpPr>
        <p:spPr>
          <a:xfrm>
            <a:off x="7245796" y="7256905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7" name="순서도: 연결자 36">
            <a:extLst>
              <a:ext uri="{FF2B5EF4-FFF2-40B4-BE49-F238E27FC236}">
                <a16:creationId xmlns:a16="http://schemas.microsoft.com/office/drawing/2014/main" id="{65208BFD-46CB-DBD1-7A3D-CAB9F2B5D433}"/>
              </a:ext>
            </a:extLst>
          </p:cNvPr>
          <p:cNvSpPr/>
          <p:nvPr/>
        </p:nvSpPr>
        <p:spPr>
          <a:xfrm>
            <a:off x="9548644" y="7284292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8" name="순서도: 연결자 37">
            <a:extLst>
              <a:ext uri="{FF2B5EF4-FFF2-40B4-BE49-F238E27FC236}">
                <a16:creationId xmlns:a16="http://schemas.microsoft.com/office/drawing/2014/main" id="{99669212-7CFA-04DF-153F-02982977F620}"/>
              </a:ext>
            </a:extLst>
          </p:cNvPr>
          <p:cNvSpPr/>
          <p:nvPr/>
        </p:nvSpPr>
        <p:spPr>
          <a:xfrm>
            <a:off x="5969541" y="47377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815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EF9CA-8369-7D3A-FD9F-F2CFAD54E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04C4793-72D1-5DE4-EBF4-180815EA4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6AB25EB-C377-240E-AB98-CFC375CDC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EC1003B-6118-8C58-5A69-3E252F3C9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73CB7E6-8831-D4B7-FE41-79BC5A6F7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A7FE7BD1-16CC-3996-87F0-3F64D7828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1C5F54AF-CC39-AE99-9B01-88B03378C818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1FB744F-80E4-C4EC-2103-61A3025AFADA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초기 </a:t>
            </a:r>
            <a:r>
              <a:rPr lang="ko-KR" altLang="en-US" sz="2500" spc="-100" dirty="0" err="1">
                <a:solidFill>
                  <a:srgbClr val="747EA7"/>
                </a:solidFill>
                <a:latin typeface="Pretendard Regular"/>
                <a:ea typeface="Pretendard Regular"/>
              </a:rPr>
              <a:t>메인화면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로그인 후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)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CF63AF4-B325-C189-4054-F97FBD8E3B3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477EBF5E-E945-93AF-7301-8D22C8AF6461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25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55FF03F-3325-90EE-5865-E96E284C54BE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2477E358-D336-C49A-3727-002AF76D4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5CCA5502-474C-EAE7-9DAF-056870CED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AD188DE8-B91C-84EA-D9F5-01C31E4FCB1D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EB6F2887-F0CD-9EDA-C5A5-F7700976F9A5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A4ABCB95-1C40-071E-4F25-7D6DA805B3F2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EF4CF0A4-111A-5C1A-10AD-24D0B157AA8C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CA0BEA40-93E7-E277-D7E8-5BA4F343C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7B74692B-9CF1-DA5F-7F27-AC1D1F71C77C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396264E4-AE57-7DCA-E10B-FA4702D0A9F0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F3DA5681-83B5-9013-002E-219798FED159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BE51B9A6-567D-2F27-FEB6-8BD64DFD5FA9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638816B-69A4-A882-1063-BB39D3F5D607}"/>
              </a:ext>
            </a:extLst>
          </p:cNvPr>
          <p:cNvGrpSpPr/>
          <p:nvPr/>
        </p:nvGrpSpPr>
        <p:grpSpPr>
          <a:xfrm>
            <a:off x="2520000" y="2950442"/>
            <a:ext cx="10260000" cy="6588000"/>
            <a:chOff x="333375" y="1357849"/>
            <a:chExt cx="8210550" cy="4804826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07907B-5D83-92A1-AC09-0285A4E4CFF4}"/>
                </a:ext>
              </a:extLst>
            </p:cNvPr>
            <p:cNvSpPr/>
            <p:nvPr/>
          </p:nvSpPr>
          <p:spPr>
            <a:xfrm>
              <a:off x="333375" y="1362075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86891DC-7B22-8C07-7FB0-7436080A16B3}"/>
                </a:ext>
              </a:extLst>
            </p:cNvPr>
            <p:cNvGrpSpPr/>
            <p:nvPr/>
          </p:nvGrpSpPr>
          <p:grpSpPr>
            <a:xfrm>
              <a:off x="333375" y="1357849"/>
              <a:ext cx="8210550" cy="608528"/>
              <a:chOff x="333375" y="1357849"/>
              <a:chExt cx="8210550" cy="60852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FE841728-98BA-CD87-EFBA-E8258D0361A4}"/>
                  </a:ext>
                </a:extLst>
              </p:cNvPr>
              <p:cNvSpPr/>
              <p:nvPr/>
            </p:nvSpPr>
            <p:spPr>
              <a:xfrm>
                <a:off x="333375" y="1357849"/>
                <a:ext cx="8210550" cy="60852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ECFD2D-E8A0-6E7E-EB36-3AABDEB7CB9C}"/>
                  </a:ext>
                </a:extLst>
              </p:cNvPr>
              <p:cNvSpPr txBox="1"/>
              <p:nvPr/>
            </p:nvSpPr>
            <p:spPr>
              <a:xfrm>
                <a:off x="408907" y="1398628"/>
                <a:ext cx="177298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000" b="1" dirty="0"/>
                  <a:t>COMJSH</a:t>
                </a:r>
                <a:endParaRPr lang="ko-KR" altLang="en-US" sz="3000" b="1" dirty="0"/>
              </a:p>
            </p:txBody>
          </p:sp>
          <p:sp>
            <p:nvSpPr>
              <p:cNvPr id="10" name="말풍선: 사각형 9">
                <a:extLst>
                  <a:ext uri="{FF2B5EF4-FFF2-40B4-BE49-F238E27FC236}">
                    <a16:creationId xmlns:a16="http://schemas.microsoft.com/office/drawing/2014/main" id="{D9F393E3-AA38-4752-2CA7-DD8F39D64A30}"/>
                  </a:ext>
                </a:extLst>
              </p:cNvPr>
              <p:cNvSpPr/>
              <p:nvPr/>
            </p:nvSpPr>
            <p:spPr>
              <a:xfrm>
                <a:off x="2486844" y="1547813"/>
                <a:ext cx="304800" cy="228600"/>
              </a:xfrm>
              <a:prstGeom prst="wedgeRectCallou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5BC028-D3F3-B180-7D58-DE959C9AA2F6}"/>
                  </a:ext>
                </a:extLst>
              </p:cNvPr>
              <p:cNvSpPr txBox="1"/>
              <p:nvPr/>
            </p:nvSpPr>
            <p:spPr>
              <a:xfrm>
                <a:off x="2791644" y="1477447"/>
                <a:ext cx="9621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/>
                  <a:t>AI </a:t>
                </a:r>
                <a:r>
                  <a:rPr lang="ko-KR" altLang="en-US" b="1" dirty="0"/>
                  <a:t>채팅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124CC9-5EF9-A771-10F6-6D4C490730C8}"/>
                  </a:ext>
                </a:extLst>
              </p:cNvPr>
              <p:cNvSpPr txBox="1"/>
              <p:nvPr/>
            </p:nvSpPr>
            <p:spPr>
              <a:xfrm>
                <a:off x="3753767" y="1477447"/>
                <a:ext cx="533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/>
                  <a:t>🔍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7F9047-CE70-A7A7-962C-4B1041D37B9F}"/>
                  </a:ext>
                </a:extLst>
              </p:cNvPr>
              <p:cNvSpPr txBox="1"/>
              <p:nvPr/>
            </p:nvSpPr>
            <p:spPr>
              <a:xfrm>
                <a:off x="4058567" y="1477447"/>
                <a:ext cx="1423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/>
                  <a:t>AI </a:t>
                </a:r>
                <a:r>
                  <a:rPr lang="ko-KR" altLang="en-US" b="1" dirty="0"/>
                  <a:t>종목분석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026C6D22-BF9A-CCFC-84A0-019DC9687EFC}"/>
                  </a:ext>
                </a:extLst>
              </p:cNvPr>
              <p:cNvSpPr/>
              <p:nvPr/>
            </p:nvSpPr>
            <p:spPr>
              <a:xfrm>
                <a:off x="7369543" y="1515546"/>
                <a:ext cx="986172" cy="29313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>
                    <a:solidFill>
                      <a:schemeClr val="tx1"/>
                    </a:solidFill>
                  </a:rPr>
                  <a:t>로그아웃</a:t>
                </a:r>
                <a:endParaRPr lang="ko-KR" altLang="en-US" sz="15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CE9709D-E4E7-4079-0ACA-DB114B2415ED}"/>
                  </a:ext>
                </a:extLst>
              </p:cNvPr>
              <p:cNvSpPr/>
              <p:nvPr/>
            </p:nvSpPr>
            <p:spPr>
              <a:xfrm>
                <a:off x="6600825" y="1515546"/>
                <a:ext cx="601908" cy="29313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>
                    <a:solidFill>
                      <a:schemeClr val="tx1"/>
                    </a:solidFill>
                  </a:rPr>
                  <a:t>설정</a:t>
                </a:r>
                <a:endParaRPr lang="ko-KR" altLang="en-US" sz="15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DCA9A94-8126-AE2E-B5E5-E463A6CF7B7C}"/>
                </a:ext>
              </a:extLst>
            </p:cNvPr>
            <p:cNvSpPr txBox="1"/>
            <p:nvPr/>
          </p:nvSpPr>
          <p:spPr>
            <a:xfrm>
              <a:off x="3317189" y="3161526"/>
              <a:ext cx="2242922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000" b="1" dirty="0"/>
                <a:t>COMJSH</a:t>
              </a:r>
            </a:p>
            <a:p>
              <a:pPr algn="ctr"/>
              <a:endParaRPr lang="en-US" altLang="ko-KR" sz="3000" b="1" dirty="0"/>
            </a:p>
            <a:p>
              <a:pPr algn="ctr"/>
              <a:r>
                <a:rPr lang="ko-KR" altLang="en-US" sz="3000" b="1" dirty="0"/>
                <a:t>사이트 설명</a:t>
              </a:r>
            </a:p>
          </p:txBody>
        </p:sp>
      </p:grp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4550012A-5C8A-6DE4-AC08-3D82EE1FD1C7}"/>
              </a:ext>
            </a:extLst>
          </p:cNvPr>
          <p:cNvSpPr/>
          <p:nvPr/>
        </p:nvSpPr>
        <p:spPr>
          <a:xfrm>
            <a:off x="2165586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9A428331-7FBA-0296-B300-C7A3E63DF800}"/>
              </a:ext>
            </a:extLst>
          </p:cNvPr>
          <p:cNvSpPr/>
          <p:nvPr/>
        </p:nvSpPr>
        <p:spPr>
          <a:xfrm>
            <a:off x="4633150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2" name="순서도: 연결자 41">
            <a:extLst>
              <a:ext uri="{FF2B5EF4-FFF2-40B4-BE49-F238E27FC236}">
                <a16:creationId xmlns:a16="http://schemas.microsoft.com/office/drawing/2014/main" id="{25E47B7B-B565-3079-6FB2-E1481EEEDD78}"/>
              </a:ext>
            </a:extLst>
          </p:cNvPr>
          <p:cNvSpPr/>
          <p:nvPr/>
        </p:nvSpPr>
        <p:spPr>
          <a:xfrm>
            <a:off x="630215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3" name="순서도: 연결자 42">
            <a:extLst>
              <a:ext uri="{FF2B5EF4-FFF2-40B4-BE49-F238E27FC236}">
                <a16:creationId xmlns:a16="http://schemas.microsoft.com/office/drawing/2014/main" id="{B2F97B84-4FC8-1526-2169-6559876C76C9}"/>
              </a:ext>
            </a:extLst>
          </p:cNvPr>
          <p:cNvSpPr/>
          <p:nvPr/>
        </p:nvSpPr>
        <p:spPr>
          <a:xfrm>
            <a:off x="9957542" y="274509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4" name="순서도: 연결자 43">
            <a:extLst>
              <a:ext uri="{FF2B5EF4-FFF2-40B4-BE49-F238E27FC236}">
                <a16:creationId xmlns:a16="http://schemas.microsoft.com/office/drawing/2014/main" id="{C284E97B-01A2-D3DD-1A4E-DE33989599E2}"/>
              </a:ext>
            </a:extLst>
          </p:cNvPr>
          <p:cNvSpPr/>
          <p:nvPr/>
        </p:nvSpPr>
        <p:spPr>
          <a:xfrm>
            <a:off x="1107728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F8B4A7B2-004B-023C-465F-188C6D720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591609"/>
              </p:ext>
            </p:extLst>
          </p:nvPr>
        </p:nvGraphicFramePr>
        <p:xfrm>
          <a:off x="12924000" y="2952000"/>
          <a:ext cx="4664892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00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COMJSH</a:t>
                      </a:r>
                      <a:r>
                        <a:rPr lang="ko-KR" altLang="en-US" dirty="0"/>
                        <a:t>문구 클릭 시 초기 </a:t>
                      </a:r>
                      <a:r>
                        <a:rPr lang="ko-KR" altLang="en-US" dirty="0" err="1"/>
                        <a:t>메인화면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후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채팅 창 화면</a:t>
                      </a:r>
                      <a:r>
                        <a:rPr lang="en-US" altLang="ko-KR" dirty="0"/>
                        <a:t>(1)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종목 분석 창 화면으로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32754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해당 버튼 클릭 시 회원정보 수정 화면으로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71327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해당 버튼 클릭 시 로그아웃 한 후  초기 </a:t>
                      </a:r>
                      <a:r>
                        <a:rPr lang="ko-KR" altLang="en-US" dirty="0" err="1"/>
                        <a:t>메인화면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전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사이트가 무엇을 하는 사이트인지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개발 목적과 사용 방법 등을 설명하는 문구를 보여준다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425836"/>
                  </a:ext>
                </a:extLst>
              </a:tr>
            </a:tbl>
          </a:graphicData>
        </a:graphic>
      </p:graphicFrame>
      <p:sp>
        <p:nvSpPr>
          <p:cNvPr id="50" name="순서도: 연결자 49">
            <a:extLst>
              <a:ext uri="{FF2B5EF4-FFF2-40B4-BE49-F238E27FC236}">
                <a16:creationId xmlns:a16="http://schemas.microsoft.com/office/drawing/2014/main" id="{112A467A-EA71-E6D9-E8F3-7BF57654A907}"/>
              </a:ext>
            </a:extLst>
          </p:cNvPr>
          <p:cNvSpPr/>
          <p:nvPr/>
        </p:nvSpPr>
        <p:spPr>
          <a:xfrm>
            <a:off x="6302158" y="4978199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9465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E312-9D2B-931E-C80C-4C3B49138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49C02B4-C391-0909-4392-D0A92B84D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49BB72F-93B1-9756-3F97-E5599A126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EE5084E-1664-D58F-3FE3-D69D7A111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0FBF7F3-15DE-CFBE-C654-5F6532EBA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D25AB4A6-1773-5E4D-708B-CE3B22AE4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2F1760A3-5CFE-DF6D-F77C-AD738450A883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6135DB7-8D3F-5A9A-68DB-8EE4D3BCD48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회원 가입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(1)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700654-39BF-4924-1A77-0DD251D918F1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CA7D970C-05E7-5850-2B26-57E216296596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26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6B02A26-7190-B1AC-9E42-A5DC335A425F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F4321E66-7806-F6AC-4931-ACC79F577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6B8E49E4-3146-1C98-CF71-CCF49C411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B3BF0971-71BE-4564-0CA1-0758A9FEE2C5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BF77B671-4EB3-DF72-81A3-AB2377F65BFB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9810D76C-80F7-E379-AFAC-4CE8BB16109E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F41BBFB1-1ABF-C5C4-1131-B4D5950CBEEE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78AF7A5D-EFE7-FA3B-249B-36F1AC6D3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45A1635B-7252-32FC-6B6C-3DA69D9A990B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95924C69-E882-55B0-B175-F9B7EE5B3E2D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79B468BD-D651-2A46-8B94-D4A56D2CE863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6EAC43EB-38D3-BDCB-3E65-4C476E133784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55B607F-CF40-EB4E-EEC7-6DB6489BB1FE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42900" y="1038225"/>
            <a:chExt cx="8210550" cy="55816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78168F8-CB4E-A819-40B7-FD26590E8D0C}"/>
                </a:ext>
              </a:extLst>
            </p:cNvPr>
            <p:cNvSpPr/>
            <p:nvPr/>
          </p:nvSpPr>
          <p:spPr>
            <a:xfrm>
              <a:off x="342900" y="1038225"/>
              <a:ext cx="8210550" cy="558164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E9FD30-3A60-BA11-0370-1E575C385403}"/>
                </a:ext>
              </a:extLst>
            </p:cNvPr>
            <p:cNvSpPr txBox="1"/>
            <p:nvPr/>
          </p:nvSpPr>
          <p:spPr>
            <a:xfrm>
              <a:off x="3552157" y="1627227"/>
              <a:ext cx="172354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000" b="1" dirty="0"/>
                <a:t>회원가입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6AB905-1AC5-F7F7-919F-6F2627BCC1E8}"/>
                </a:ext>
              </a:extLst>
            </p:cNvPr>
            <p:cNvSpPr txBox="1"/>
            <p:nvPr/>
          </p:nvSpPr>
          <p:spPr>
            <a:xfrm>
              <a:off x="2152651" y="2585561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이메일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1B0B0CA-8389-799A-01DB-DD81F2021C34}"/>
                </a:ext>
              </a:extLst>
            </p:cNvPr>
            <p:cNvSpPr/>
            <p:nvPr/>
          </p:nvSpPr>
          <p:spPr>
            <a:xfrm>
              <a:off x="3190207" y="2623661"/>
              <a:ext cx="2905793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8BACB8-0260-BD18-F899-71CC1AFF1986}"/>
                </a:ext>
              </a:extLst>
            </p:cNvPr>
            <p:cNvSpPr txBox="1"/>
            <p:nvPr/>
          </p:nvSpPr>
          <p:spPr>
            <a:xfrm>
              <a:off x="1921819" y="305966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비밀번호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594F5EE-C805-81F7-FEDF-374F2F279BF8}"/>
                </a:ext>
              </a:extLst>
            </p:cNvPr>
            <p:cNvSpPr/>
            <p:nvPr/>
          </p:nvSpPr>
          <p:spPr>
            <a:xfrm>
              <a:off x="3190208" y="3097768"/>
              <a:ext cx="2905792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EA119C-3838-D1D6-05A8-E0FC1682A589}"/>
                </a:ext>
              </a:extLst>
            </p:cNvPr>
            <p:cNvSpPr txBox="1"/>
            <p:nvPr/>
          </p:nvSpPr>
          <p:spPr>
            <a:xfrm>
              <a:off x="1378400" y="3572470"/>
              <a:ext cx="16514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비밀번호 확인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D645C3E-91E2-F77D-7A19-98C220E82F0F}"/>
                </a:ext>
              </a:extLst>
            </p:cNvPr>
            <p:cNvSpPr/>
            <p:nvPr/>
          </p:nvSpPr>
          <p:spPr>
            <a:xfrm>
              <a:off x="3190208" y="3606879"/>
              <a:ext cx="2905792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114533-9512-56D3-E81E-C34931B0C356}"/>
                </a:ext>
              </a:extLst>
            </p:cNvPr>
            <p:cNvSpPr txBox="1"/>
            <p:nvPr/>
          </p:nvSpPr>
          <p:spPr>
            <a:xfrm>
              <a:off x="1372789" y="4123372"/>
              <a:ext cx="1662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OPENAI API</a:t>
              </a:r>
              <a:r>
                <a:rPr lang="ko-KR" altLang="en-US" dirty="0"/>
                <a:t>키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03F032-D7EE-ACDF-0989-4B276FBEF6FD}"/>
                </a:ext>
              </a:extLst>
            </p:cNvPr>
            <p:cNvSpPr/>
            <p:nvPr/>
          </p:nvSpPr>
          <p:spPr>
            <a:xfrm>
              <a:off x="3190208" y="4161472"/>
              <a:ext cx="2905792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B7BF959-7188-D71A-D038-56114E63E96C}"/>
                </a:ext>
              </a:extLst>
            </p:cNvPr>
            <p:cNvSpPr txBox="1"/>
            <p:nvPr/>
          </p:nvSpPr>
          <p:spPr>
            <a:xfrm>
              <a:off x="2152650" y="4700348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닉네임</a:t>
              </a:r>
              <a:endParaRPr lang="ko-KR" altLang="en-US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0782373-7D53-B5DF-2B24-A7BBA553DBD4}"/>
                </a:ext>
              </a:extLst>
            </p:cNvPr>
            <p:cNvSpPr/>
            <p:nvPr/>
          </p:nvSpPr>
          <p:spPr>
            <a:xfrm>
              <a:off x="3190208" y="4715470"/>
              <a:ext cx="2905792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64D9808-A1D2-1D6D-ADD9-D78E37F2BBE3}"/>
                </a:ext>
              </a:extLst>
            </p:cNvPr>
            <p:cNvSpPr/>
            <p:nvPr/>
          </p:nvSpPr>
          <p:spPr>
            <a:xfrm>
              <a:off x="5612773" y="5269468"/>
              <a:ext cx="966454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>
                  <a:solidFill>
                    <a:schemeClr val="tx1"/>
                  </a:solidFill>
                </a:rPr>
                <a:t>가입하기</a:t>
              </a:r>
              <a:endParaRPr lang="ko-KR" altLang="en-US" sz="15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31A9CC8E-594B-390F-B4B3-31675B834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5120"/>
              </p:ext>
            </p:extLst>
          </p:nvPr>
        </p:nvGraphicFramePr>
        <p:xfrm>
          <a:off x="12924000" y="2952000"/>
          <a:ext cx="4664892" cy="1061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00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이메일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아이디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를 작성하는 칸이다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칸을 작성하지 않고 가입하기 버튼</a:t>
                      </a:r>
                      <a:r>
                        <a:rPr lang="en-US" altLang="ko-KR" dirty="0"/>
                        <a:t>(6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누르면 </a:t>
                      </a:r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번 알림 메시지가 출력된다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만약 </a:t>
                      </a:r>
                      <a:r>
                        <a:rPr lang="en-US" altLang="ko-KR" dirty="0" err="1"/>
                        <a:t>db</a:t>
                      </a:r>
                      <a:r>
                        <a:rPr lang="ko-KR" altLang="en-US" dirty="0"/>
                        <a:t>에 중복되는 이메일이 존재할 경우 </a:t>
                      </a: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이미 존재하는 이메일입니다</a:t>
                      </a:r>
                      <a:r>
                        <a:rPr lang="en-US" altLang="ko-KR" dirty="0"/>
                        <a:t>.’ </a:t>
                      </a:r>
                      <a:r>
                        <a:rPr lang="ko-KR" altLang="en-US" dirty="0"/>
                        <a:t>경고문이 출력된다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비밀번호를 작성하는 칸이다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칸에 비밀번호 입력 시 </a:t>
                      </a:r>
                      <a:r>
                        <a:rPr lang="en-US" altLang="ko-KR" dirty="0"/>
                        <a:t>***</a:t>
                      </a:r>
                      <a:r>
                        <a:rPr lang="ko-KR" altLang="en-US" dirty="0"/>
                        <a:t>으로 암호화되어 출력된다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칸을 작성하지 않고 가입하기 버튼</a:t>
                      </a:r>
                      <a:r>
                        <a:rPr lang="en-US" altLang="ko-KR" dirty="0"/>
                        <a:t>(6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누르면 </a:t>
                      </a:r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번 알림 메시지가 출력된다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  <a:tr h="2915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비밀번호를 확인하기 위해 작성하는 칸이다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칸에 비밀번호 입력 시 </a:t>
                      </a:r>
                      <a:r>
                        <a:rPr lang="en-US" altLang="ko-KR" dirty="0"/>
                        <a:t>***</a:t>
                      </a:r>
                      <a:r>
                        <a:rPr lang="ko-KR" altLang="en-US" dirty="0"/>
                        <a:t>으로 암호화되어 출력된다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칸을 작성하지 않고 가입하기 버튼</a:t>
                      </a:r>
                      <a:r>
                        <a:rPr lang="en-US" altLang="ko-KR" dirty="0"/>
                        <a:t>(6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누르면 </a:t>
                      </a:r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번 알림 메시지가 출력된다</a:t>
                      </a:r>
                      <a:r>
                        <a:rPr lang="en-US" altLang="ko-KR" dirty="0"/>
                        <a:t>.  </a:t>
                      </a:r>
                      <a:r>
                        <a:rPr lang="ko-KR" altLang="en-US" dirty="0"/>
                        <a:t>만약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번 칸과 다른 문구가 입력되면 </a:t>
                      </a: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비밀번호가 일치하지 않습니다</a:t>
                      </a:r>
                      <a:r>
                        <a:rPr lang="en-US" altLang="ko-KR" dirty="0"/>
                        <a:t>.’ </a:t>
                      </a:r>
                      <a:r>
                        <a:rPr lang="ko-KR" altLang="en-US" dirty="0"/>
                        <a:t>경고문이 출력된다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31583"/>
                  </a:ext>
                </a:extLst>
              </a:tr>
              <a:tr h="2174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OpenAI API</a:t>
                      </a:r>
                      <a:r>
                        <a:rPr lang="ko-KR" altLang="en-US" dirty="0"/>
                        <a:t>키를 작성하는 칸이다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칸에 </a:t>
                      </a:r>
                      <a:r>
                        <a:rPr lang="en-US" altLang="ko-KR" dirty="0"/>
                        <a:t>API</a:t>
                      </a:r>
                      <a:r>
                        <a:rPr lang="ko-KR" altLang="en-US" dirty="0"/>
                        <a:t>키 입력 시 </a:t>
                      </a:r>
                      <a:r>
                        <a:rPr lang="en-US" altLang="ko-KR" dirty="0"/>
                        <a:t>***</a:t>
                      </a:r>
                      <a:r>
                        <a:rPr lang="ko-KR" altLang="en-US" dirty="0"/>
                        <a:t>으로 암호화되어 출력된다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칸을 작성하지 않고 가입하기 버튼</a:t>
                      </a:r>
                      <a:r>
                        <a:rPr lang="en-US" altLang="ko-KR" dirty="0"/>
                        <a:t>(6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누르면 </a:t>
                      </a:r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번 알림 메시지가 출력된다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871046"/>
                  </a:ext>
                </a:extLst>
              </a:tr>
              <a:tr h="1432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닉네임을 작성하는 칸이다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닉네임은 중복이 가능하다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칸을 작성하지 않고 가입하기 버튼</a:t>
                      </a:r>
                      <a:r>
                        <a:rPr lang="en-US" altLang="ko-KR" dirty="0"/>
                        <a:t>(6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누르면 </a:t>
                      </a:r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번 알림 메시지가 출력된다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846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사용자가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,2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,3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,4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,5</a:t>
                      </a:r>
                      <a:r>
                        <a:rPr lang="ko-KR" altLang="en-US" dirty="0"/>
                        <a:t>번을 양식에 맞게 작성한 후 해당 버튼을 누르면 회원가입이 완료되며  회원 가입 화면</a:t>
                      </a:r>
                      <a:r>
                        <a:rPr lang="en-US" altLang="ko-KR" dirty="0"/>
                        <a:t>(2)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0861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사용자가 입력 칸을 작성하지 않으면 출력되는 알림 메시지이다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출력 우선순위는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&gt;2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&gt;3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&gt;4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&gt;5</a:t>
                      </a:r>
                      <a:r>
                        <a:rPr lang="ko-KR" altLang="en-US" dirty="0"/>
                        <a:t>번 순이다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426820"/>
                  </a:ext>
                </a:extLst>
              </a:tr>
            </a:tbl>
          </a:graphicData>
        </a:graphic>
      </p:graphicFrame>
      <p:sp>
        <p:nvSpPr>
          <p:cNvPr id="38" name="순서도: 연결자 37">
            <a:extLst>
              <a:ext uri="{FF2B5EF4-FFF2-40B4-BE49-F238E27FC236}">
                <a16:creationId xmlns:a16="http://schemas.microsoft.com/office/drawing/2014/main" id="{1B93BCBA-785B-4DF3-EE72-D2D78759939B}"/>
              </a:ext>
            </a:extLst>
          </p:cNvPr>
          <p:cNvSpPr/>
          <p:nvPr/>
        </p:nvSpPr>
        <p:spPr>
          <a:xfrm>
            <a:off x="4258086" y="459956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9" name="순서도: 연결자 38">
            <a:extLst>
              <a:ext uri="{FF2B5EF4-FFF2-40B4-BE49-F238E27FC236}">
                <a16:creationId xmlns:a16="http://schemas.microsoft.com/office/drawing/2014/main" id="{17632366-F765-37A4-9B93-AFD5DE8B66FC}"/>
              </a:ext>
            </a:extLst>
          </p:cNvPr>
          <p:cNvSpPr/>
          <p:nvPr/>
        </p:nvSpPr>
        <p:spPr>
          <a:xfrm>
            <a:off x="3943293" y="5188754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0" name="순서도: 연결자 39">
            <a:extLst>
              <a:ext uri="{FF2B5EF4-FFF2-40B4-BE49-F238E27FC236}">
                <a16:creationId xmlns:a16="http://schemas.microsoft.com/office/drawing/2014/main" id="{019F0DF9-042D-622A-A8FE-8BB74E263C39}"/>
              </a:ext>
            </a:extLst>
          </p:cNvPr>
          <p:cNvSpPr/>
          <p:nvPr/>
        </p:nvSpPr>
        <p:spPr>
          <a:xfrm>
            <a:off x="3186429" y="5759202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3D73B10E-DFF9-AD8F-DDB0-E1D4647092A1}"/>
              </a:ext>
            </a:extLst>
          </p:cNvPr>
          <p:cNvSpPr/>
          <p:nvPr/>
        </p:nvSpPr>
        <p:spPr>
          <a:xfrm>
            <a:off x="3271305" y="6420969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2" name="순서도: 연결자 41">
            <a:extLst>
              <a:ext uri="{FF2B5EF4-FFF2-40B4-BE49-F238E27FC236}">
                <a16:creationId xmlns:a16="http://schemas.microsoft.com/office/drawing/2014/main" id="{4161E413-516C-B087-8C41-D73C71B3B517}"/>
              </a:ext>
            </a:extLst>
          </p:cNvPr>
          <p:cNvSpPr/>
          <p:nvPr/>
        </p:nvSpPr>
        <p:spPr>
          <a:xfrm>
            <a:off x="4167155" y="7218664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4" name="순서도: 연결자 43">
            <a:extLst>
              <a:ext uri="{FF2B5EF4-FFF2-40B4-BE49-F238E27FC236}">
                <a16:creationId xmlns:a16="http://schemas.microsoft.com/office/drawing/2014/main" id="{EEA9DEAF-A6DD-C8CF-F89C-7561394D38C6}"/>
              </a:ext>
            </a:extLst>
          </p:cNvPr>
          <p:cNvSpPr/>
          <p:nvPr/>
        </p:nvSpPr>
        <p:spPr>
          <a:xfrm>
            <a:off x="8495695" y="7843354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79C1AADB-A3B3-D33C-BD61-8B9F264007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9141" y="3764798"/>
            <a:ext cx="2514951" cy="666843"/>
          </a:xfrm>
          <a:prstGeom prst="rect">
            <a:avLst/>
          </a:prstGeom>
        </p:spPr>
      </p:pic>
      <p:sp>
        <p:nvSpPr>
          <p:cNvPr id="47" name="순서도: 연결자 46">
            <a:extLst>
              <a:ext uri="{FF2B5EF4-FFF2-40B4-BE49-F238E27FC236}">
                <a16:creationId xmlns:a16="http://schemas.microsoft.com/office/drawing/2014/main" id="{E85F6312-F1E3-5851-4062-DC66945B3E50}"/>
              </a:ext>
            </a:extLst>
          </p:cNvPr>
          <p:cNvSpPr/>
          <p:nvPr/>
        </p:nvSpPr>
        <p:spPr>
          <a:xfrm>
            <a:off x="9299110" y="338484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0003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2D988-4464-4CBC-82E8-BDDCEAE64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BD02EEC-245A-C645-CBB5-B11E30780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6F8779F-833D-32C8-ECFF-AEB3222DA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2A62905-69C0-42FD-5690-7B0C6AFCC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93EDAA3-14AA-86EC-54DC-89DC0AA56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4325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1B7EFA3A-0F0D-3EF0-088F-1B3D915B94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F069A960-17BA-EB88-458F-9924A86170A2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0AA9AC2-3F46-EA39-EFD7-8B3C25D3CEEB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회원 가입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(2)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5A0AD9E-A04D-E7ED-C263-36CD160C07D8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2C0BAA35-F868-31CF-BED6-C8A84B7754EB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27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FC8ED98-317E-665D-5AB1-8538CEF69427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2031A10E-6493-ACA8-9861-60A448797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6AF654A8-51E4-A987-E055-4987819E1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18E47B28-82A3-175C-3B96-3556324B05CD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47B26EE0-2DAD-644E-E332-0DBBF6E1DA4A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9E55D9E0-5483-E68D-36CD-BB2FC11444B6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D3B7A623-52E1-BC9D-D458-3C88CAEBCC96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6A508643-E6CF-DA0D-3CBF-196934B2F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C43B1045-1388-2D62-9033-BF6C9BA6DDEB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FF277F90-0616-0CD5-197E-5D9F27DFCE78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725ED267-3A28-EEF2-07F7-648EC3607906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CCCB1ACF-918A-C486-2706-4586AA7C9F0A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0DB497B-F013-A0E5-2F33-F8853FC56B6C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88924" y="1552574"/>
            <a:chExt cx="8210550" cy="48006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2E129AB-D36B-5262-3388-C013675A113C}"/>
                </a:ext>
              </a:extLst>
            </p:cNvPr>
            <p:cNvSpPr/>
            <p:nvPr/>
          </p:nvSpPr>
          <p:spPr>
            <a:xfrm>
              <a:off x="388924" y="1552574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232344-11AA-0F25-53BD-BD67E32F7E30}"/>
                </a:ext>
              </a:extLst>
            </p:cNvPr>
            <p:cNvSpPr txBox="1"/>
            <p:nvPr/>
          </p:nvSpPr>
          <p:spPr>
            <a:xfrm>
              <a:off x="3427421" y="3000965"/>
              <a:ext cx="2133554" cy="8984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000" b="1" dirty="0"/>
                <a:t>계정 생성 완료</a:t>
              </a:r>
              <a:endParaRPr lang="en-US" altLang="ko-KR" sz="3000" b="1" dirty="0"/>
            </a:p>
            <a:p>
              <a:pPr algn="ctr"/>
              <a:endParaRPr lang="en-US" altLang="ko-KR" sz="1500" dirty="0"/>
            </a:p>
            <a:p>
              <a:pPr algn="ctr"/>
              <a:r>
                <a:rPr lang="ko-KR" altLang="en-US" sz="1500" dirty="0"/>
                <a:t>환영합니다</a:t>
              </a:r>
              <a:r>
                <a:rPr lang="en-US" altLang="ko-KR" sz="1500" dirty="0"/>
                <a:t>! </a:t>
              </a:r>
              <a:r>
                <a:rPr lang="ko-KR" altLang="en-US" sz="1500" dirty="0"/>
                <a:t>○○○님</a:t>
              </a:r>
              <a:endParaRPr lang="en-US" altLang="ko-KR" sz="1500" dirty="0"/>
            </a:p>
            <a:p>
              <a:pPr algn="ctr"/>
              <a:r>
                <a:rPr lang="ko-KR" altLang="en-US" sz="1500" dirty="0"/>
                <a:t>계정 생성이 완료되었습니다</a:t>
              </a:r>
              <a:r>
                <a:rPr lang="en-US" altLang="ko-KR" sz="1500" dirty="0"/>
                <a:t>.</a:t>
              </a:r>
              <a:endParaRPr lang="ko-KR" altLang="en-US" sz="15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8B59CC-F13D-7B33-9D44-C1EFAAF56E33}"/>
                </a:ext>
              </a:extLst>
            </p:cNvPr>
            <p:cNvSpPr/>
            <p:nvPr/>
          </p:nvSpPr>
          <p:spPr>
            <a:xfrm>
              <a:off x="3963068" y="4530503"/>
              <a:ext cx="1018507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>
                  <a:solidFill>
                    <a:schemeClr val="tx1"/>
                  </a:solidFill>
                </a:rPr>
                <a:t>시작하기</a:t>
              </a:r>
              <a:endParaRPr lang="ko-KR" altLang="en-US" sz="15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670B74E-56C3-999A-82DB-97311FB3E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768763"/>
              </p:ext>
            </p:extLst>
          </p:nvPr>
        </p:nvGraphicFramePr>
        <p:xfrm>
          <a:off x="12924000" y="2959100"/>
          <a:ext cx="4664892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00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회원가입 시 설정한 닉네임과 함께 환영 문구를 출력한다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초기 </a:t>
                      </a:r>
                      <a:r>
                        <a:rPr lang="ko-KR" altLang="en-US" dirty="0" err="1"/>
                        <a:t>메인화면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전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</a:tbl>
          </a:graphicData>
        </a:graphic>
      </p:graphicFrame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E07A1FCA-ABDD-5B4B-EDA1-DAC189BF3FCA}"/>
              </a:ext>
            </a:extLst>
          </p:cNvPr>
          <p:cNvSpPr/>
          <p:nvPr/>
        </p:nvSpPr>
        <p:spPr>
          <a:xfrm>
            <a:off x="8534400" y="5323817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BB4CA9AE-2CAF-1E89-A42E-61F82FFAF4F1}"/>
              </a:ext>
            </a:extLst>
          </p:cNvPr>
          <p:cNvSpPr/>
          <p:nvPr/>
        </p:nvSpPr>
        <p:spPr>
          <a:xfrm>
            <a:off x="6549092" y="6685957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0864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E7CE-CD4E-4AA1-CBC9-29B3DC57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1D86063-BF84-4BC9-3FBB-52ED2DEAC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1558C0C-32B6-BB94-AEC2-FD4FC6DB7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355C850-40F4-01C2-097D-8DB2AC02D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54B97A7-2E72-282F-6131-89E188EBD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AE2E356D-E1DF-438B-CA42-47459E14F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284D9430-134C-4191-B8A5-16B0714889DF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A187B48-A139-1E25-058A-FE50408D562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회원정보 수정 화면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B6AB10F-6305-E0B4-E839-6DE6FEAC5E1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17FAA465-08EA-3577-FEEB-3C40D040F484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28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CEEE861-5CF6-5705-C5FB-9F48939B828D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13EFCB0F-1EDF-0F7D-C764-464280A68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CD648DCF-96DD-A6F3-904B-A19C4F709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F8B71E2C-25B3-0223-2EFD-5007D5206062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2B00CD80-7E01-4922-8922-25A64768BBFC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5B05BE81-3C72-3FCF-B4BF-93DB9C7477F1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6F522EDC-FCB3-0CFF-9937-1B89B0407A24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5BA6F787-12E4-E90E-79B5-12E9AB02E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A928DE50-01C8-D327-8789-8B2ACA290AE5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2A14F04D-1E5C-5F07-DE02-C3FF07795195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C2822039-0D95-F6D5-21E6-CEB161D79205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229762D5-7E28-B6DF-36C7-117C60ABCF05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37F03D8-8A58-0CA6-FC1D-D43ED670A9CC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00615" y="1335795"/>
            <a:chExt cx="8210550" cy="48006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7AA1D80-1353-FDCA-F34F-3B90B1B4412E}"/>
                </a:ext>
              </a:extLst>
            </p:cNvPr>
            <p:cNvSpPr/>
            <p:nvPr/>
          </p:nvSpPr>
          <p:spPr>
            <a:xfrm>
              <a:off x="300615" y="1335795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CA9134-1BBF-19B2-E16D-A32483F4D824}"/>
                </a:ext>
              </a:extLst>
            </p:cNvPr>
            <p:cNvSpPr txBox="1"/>
            <p:nvPr/>
          </p:nvSpPr>
          <p:spPr>
            <a:xfrm>
              <a:off x="3406510" y="1734319"/>
              <a:ext cx="2064284" cy="399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000" b="1" dirty="0"/>
                <a:t>회원정보 수정</a:t>
              </a: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1632587-106D-9E9D-E700-1651CB16F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375314"/>
              </p:ext>
            </p:extLst>
          </p:nvPr>
        </p:nvGraphicFramePr>
        <p:xfrm>
          <a:off x="12924000" y="2952000"/>
          <a:ext cx="4664892" cy="1170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00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비밀번호를 입력하는 칸이다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칸에 비밀번호 입력 시 </a:t>
                      </a:r>
                      <a:r>
                        <a:rPr lang="en-US" altLang="ko-KR" dirty="0"/>
                        <a:t>***</a:t>
                      </a:r>
                      <a:r>
                        <a:rPr lang="ko-KR" altLang="en-US" dirty="0"/>
                        <a:t>으로 암호화되어 출력된다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칸을 작성하지 않고 비밀번호 변경 버튼</a:t>
                      </a:r>
                      <a:r>
                        <a:rPr lang="en-US" altLang="ko-KR" dirty="0"/>
                        <a:t>(4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누를 경우 </a:t>
                      </a:r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번 알림 메시지가 출력된다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만약 현재 비밀번호와 일치하지 않는 문구 작성 후 비밀번호 변경 버튼</a:t>
                      </a:r>
                      <a:r>
                        <a:rPr lang="en-US" altLang="ko-KR" dirty="0"/>
                        <a:t>(4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누를 경우 </a:t>
                      </a: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비밀번호가 일치하지 않습니다</a:t>
                      </a:r>
                      <a:r>
                        <a:rPr lang="en-US" altLang="ko-KR" dirty="0"/>
                        <a:t>.’ </a:t>
                      </a:r>
                      <a:r>
                        <a:rPr lang="ko-KR" altLang="en-US" dirty="0"/>
                        <a:t>경고문이 출력된다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변경할 비밀번호를 입력하는 칸이다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칸에 비밀번호 입력 시 </a:t>
                      </a:r>
                      <a:r>
                        <a:rPr lang="en-US" altLang="ko-KR" dirty="0"/>
                        <a:t>***</a:t>
                      </a:r>
                      <a:r>
                        <a:rPr lang="ko-KR" altLang="en-US" dirty="0"/>
                        <a:t>으로 암호화되어 출력된다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칸을 작성하지 않고 비밀번호 변경 버튼</a:t>
                      </a:r>
                      <a:r>
                        <a:rPr lang="en-US" altLang="ko-KR" dirty="0"/>
                        <a:t>(4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누를 경우 </a:t>
                      </a:r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번 알림 메시지가 출력된다</a:t>
                      </a:r>
                      <a:r>
                        <a:rPr lang="en-US" altLang="ko-KR" dirty="0"/>
                        <a:t>. 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  <a:tr h="1447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변경할 비밀번호를 확인하는 칸이다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칸에 비밀번호 입력 시 </a:t>
                      </a:r>
                      <a:r>
                        <a:rPr lang="en-US" altLang="ko-KR" dirty="0"/>
                        <a:t>***</a:t>
                      </a:r>
                      <a:r>
                        <a:rPr lang="ko-KR" altLang="en-US" dirty="0"/>
                        <a:t>으로 암호화되어 출력된다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칸을 작성하지 않고 비밀번호 변경 버튼</a:t>
                      </a:r>
                      <a:r>
                        <a:rPr lang="en-US" altLang="ko-KR" dirty="0"/>
                        <a:t>(4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누를 경우 </a:t>
                      </a:r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번 알림 메시지가 출력된다</a:t>
                      </a:r>
                      <a:r>
                        <a:rPr lang="en-US" altLang="ko-KR" dirty="0"/>
                        <a:t>.  </a:t>
                      </a:r>
                      <a:r>
                        <a:rPr lang="ko-KR" altLang="en-US" dirty="0"/>
                        <a:t>작성한 문구가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번 창과 일치하지 않을 경우 </a:t>
                      </a: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비밀번호가 일치하지 않습니다</a:t>
                      </a:r>
                      <a:r>
                        <a:rPr lang="en-US" altLang="ko-KR" dirty="0"/>
                        <a:t>.’ </a:t>
                      </a:r>
                      <a:r>
                        <a:rPr lang="ko-KR" altLang="en-US" dirty="0"/>
                        <a:t>경고문을 출력한다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69869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사용자가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,2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,3</a:t>
                      </a:r>
                      <a:r>
                        <a:rPr lang="ko-KR" altLang="en-US" dirty="0"/>
                        <a:t>번을 양식에 맞게 작성한 후 해당 버튼을 누르면 </a:t>
                      </a: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비밀번호가 변경되었습니다</a:t>
                      </a:r>
                      <a:r>
                        <a:rPr lang="en-US" altLang="ko-KR" dirty="0"/>
                        <a:t>.’ </a:t>
                      </a:r>
                      <a:r>
                        <a:rPr lang="ko-KR" altLang="en-US" dirty="0"/>
                        <a:t>팝업 출력과 함께 비밀번호 변경이 완료된다</a:t>
                      </a:r>
                      <a:r>
                        <a:rPr lang="en-US" altLang="ko-KR" dirty="0"/>
                        <a:t>. 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88527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수정할 </a:t>
                      </a:r>
                      <a:r>
                        <a:rPr lang="en-US" altLang="ko-KR" dirty="0"/>
                        <a:t>OPENAI API </a:t>
                      </a:r>
                      <a:r>
                        <a:rPr lang="ko-KR" altLang="en-US" dirty="0"/>
                        <a:t>키를 입력하는 칸이다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칸에 </a:t>
                      </a:r>
                      <a:r>
                        <a:rPr lang="en-US" altLang="ko-KR" dirty="0"/>
                        <a:t>API </a:t>
                      </a:r>
                      <a:r>
                        <a:rPr lang="ko-KR" altLang="en-US" dirty="0"/>
                        <a:t>키 입력 시 </a:t>
                      </a:r>
                      <a:r>
                        <a:rPr lang="en-US" altLang="ko-KR" dirty="0"/>
                        <a:t>***</a:t>
                      </a:r>
                      <a:r>
                        <a:rPr lang="ko-KR" altLang="en-US" dirty="0"/>
                        <a:t>으로 암호화되어 출력된다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칸을 작성하지 않고 수정 버튼</a:t>
                      </a:r>
                      <a:r>
                        <a:rPr lang="en-US" altLang="ko-KR" dirty="0"/>
                        <a:t>(6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누를 경우 </a:t>
                      </a:r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번 알림 메시지가 출력된다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12843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사용자가 </a:t>
                      </a: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번을 양식에 맞게 작성한 후 해당 버튼을 누르면 </a:t>
                      </a:r>
                      <a:r>
                        <a:rPr lang="en-US" altLang="ko-KR" dirty="0"/>
                        <a:t>‘API </a:t>
                      </a:r>
                      <a:r>
                        <a:rPr lang="ko-KR" altLang="en-US" dirty="0"/>
                        <a:t>키가 수정되었습니다</a:t>
                      </a:r>
                      <a:r>
                        <a:rPr lang="en-US" altLang="ko-KR" dirty="0"/>
                        <a:t>.’ </a:t>
                      </a:r>
                      <a:r>
                        <a:rPr lang="ko-KR" altLang="en-US" dirty="0"/>
                        <a:t>팝업 출력과 함께 </a:t>
                      </a:r>
                      <a:r>
                        <a:rPr lang="en-US" altLang="ko-KR" dirty="0"/>
                        <a:t>API </a:t>
                      </a:r>
                      <a:r>
                        <a:rPr lang="ko-KR" altLang="en-US" dirty="0"/>
                        <a:t>키 변경이 완료된다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82781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사용자가 입력 칸을 작성하지 않으면 출력되는 알림 메시지이다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출력 우선순위는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&gt;2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&gt;3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순이다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66324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80C12CC6-4B5E-5C40-3970-A0DEDFCADD3E}"/>
              </a:ext>
            </a:extLst>
          </p:cNvPr>
          <p:cNvSpPr txBox="1"/>
          <p:nvPr/>
        </p:nvSpPr>
        <p:spPr>
          <a:xfrm>
            <a:off x="4505384" y="5247253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비밀번호 변경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67D41E-E825-4FD6-6156-ED49A1B004EF}"/>
              </a:ext>
            </a:extLst>
          </p:cNvPr>
          <p:cNvSpPr txBox="1"/>
          <p:nvPr/>
        </p:nvSpPr>
        <p:spPr>
          <a:xfrm>
            <a:off x="4455675" y="6156868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비밀번호 확인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5AC7369-AD97-27BE-6FE8-3E2E8B22C17C}"/>
              </a:ext>
            </a:extLst>
          </p:cNvPr>
          <p:cNvSpPr/>
          <p:nvPr/>
        </p:nvSpPr>
        <p:spPr>
          <a:xfrm>
            <a:off x="4616499" y="5622815"/>
            <a:ext cx="5447576" cy="406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49987DE-6D8A-4A5B-0964-BEF5DFFC98A9}"/>
              </a:ext>
            </a:extLst>
          </p:cNvPr>
          <p:cNvSpPr/>
          <p:nvPr/>
        </p:nvSpPr>
        <p:spPr>
          <a:xfrm>
            <a:off x="8267700" y="7259156"/>
            <a:ext cx="1796451" cy="40667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비밀번호 변경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E9B88B9-F0DA-EA4A-C0E7-D23233CAA907}"/>
              </a:ext>
            </a:extLst>
          </p:cNvPr>
          <p:cNvSpPr/>
          <p:nvPr/>
        </p:nvSpPr>
        <p:spPr>
          <a:xfrm>
            <a:off x="4616500" y="6565630"/>
            <a:ext cx="5447575" cy="406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210047-516C-CC8B-CCD5-DAA94AFE80AB}"/>
              </a:ext>
            </a:extLst>
          </p:cNvPr>
          <p:cNvSpPr txBox="1"/>
          <p:nvPr/>
        </p:nvSpPr>
        <p:spPr>
          <a:xfrm>
            <a:off x="4505384" y="4316968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현재 비밀번호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AAEA60-7E0E-410D-B20F-9858F65D7ECA}"/>
              </a:ext>
            </a:extLst>
          </p:cNvPr>
          <p:cNvSpPr/>
          <p:nvPr/>
        </p:nvSpPr>
        <p:spPr>
          <a:xfrm>
            <a:off x="4616499" y="4676088"/>
            <a:ext cx="5447576" cy="406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013FA408-6B8E-2060-7AC8-2E58FA2B05C8}"/>
              </a:ext>
            </a:extLst>
          </p:cNvPr>
          <p:cNvSpPr/>
          <p:nvPr/>
        </p:nvSpPr>
        <p:spPr>
          <a:xfrm>
            <a:off x="7890900" y="7207015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21667D-3CC9-B225-471F-23FB64276793}"/>
              </a:ext>
            </a:extLst>
          </p:cNvPr>
          <p:cNvSpPr txBox="1"/>
          <p:nvPr/>
        </p:nvSpPr>
        <p:spPr>
          <a:xfrm>
            <a:off x="4505384" y="7962900"/>
            <a:ext cx="206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OPENAI API </a:t>
            </a:r>
            <a:r>
              <a:rPr lang="ko-KR" altLang="en-US" dirty="0"/>
              <a:t>키 수정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9697942-8A6B-96E8-6A42-696AA638AE54}"/>
              </a:ext>
            </a:extLst>
          </p:cNvPr>
          <p:cNvSpPr/>
          <p:nvPr/>
        </p:nvSpPr>
        <p:spPr>
          <a:xfrm>
            <a:off x="4587117" y="8394429"/>
            <a:ext cx="5476957" cy="369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67CC535-CF6F-FDF8-AF20-956AE7DEA517}"/>
              </a:ext>
            </a:extLst>
          </p:cNvPr>
          <p:cNvSpPr/>
          <p:nvPr/>
        </p:nvSpPr>
        <p:spPr>
          <a:xfrm>
            <a:off x="9296400" y="8937065"/>
            <a:ext cx="767751" cy="36933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43" name="순서도: 연결자 42">
            <a:extLst>
              <a:ext uri="{FF2B5EF4-FFF2-40B4-BE49-F238E27FC236}">
                <a16:creationId xmlns:a16="http://schemas.microsoft.com/office/drawing/2014/main" id="{90F0E6AE-8D8E-2D82-7CE0-1C9ED1905919}"/>
              </a:ext>
            </a:extLst>
          </p:cNvPr>
          <p:cNvSpPr/>
          <p:nvPr/>
        </p:nvSpPr>
        <p:spPr>
          <a:xfrm>
            <a:off x="4006899" y="459323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4" name="순서도: 연결자 43">
            <a:extLst>
              <a:ext uri="{FF2B5EF4-FFF2-40B4-BE49-F238E27FC236}">
                <a16:creationId xmlns:a16="http://schemas.microsoft.com/office/drawing/2014/main" id="{0B9005A1-D01A-300D-12F8-40DC6F390138}"/>
              </a:ext>
            </a:extLst>
          </p:cNvPr>
          <p:cNvSpPr/>
          <p:nvPr/>
        </p:nvSpPr>
        <p:spPr>
          <a:xfrm>
            <a:off x="3977517" y="5537092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5" name="순서도: 연결자 44">
            <a:extLst>
              <a:ext uri="{FF2B5EF4-FFF2-40B4-BE49-F238E27FC236}">
                <a16:creationId xmlns:a16="http://schemas.microsoft.com/office/drawing/2014/main" id="{A9E018AA-F598-4800-BFA1-73D8E09D9A46}"/>
              </a:ext>
            </a:extLst>
          </p:cNvPr>
          <p:cNvSpPr/>
          <p:nvPr/>
        </p:nvSpPr>
        <p:spPr>
          <a:xfrm>
            <a:off x="3977517" y="642078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6" name="순서도: 연결자 45">
            <a:extLst>
              <a:ext uri="{FF2B5EF4-FFF2-40B4-BE49-F238E27FC236}">
                <a16:creationId xmlns:a16="http://schemas.microsoft.com/office/drawing/2014/main" id="{C5AD5CA2-E754-7D8C-57D6-C885D0EDB85A}"/>
              </a:ext>
            </a:extLst>
          </p:cNvPr>
          <p:cNvSpPr/>
          <p:nvPr/>
        </p:nvSpPr>
        <p:spPr>
          <a:xfrm>
            <a:off x="4016542" y="8277355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7" name="순서도: 연결자 46">
            <a:extLst>
              <a:ext uri="{FF2B5EF4-FFF2-40B4-BE49-F238E27FC236}">
                <a16:creationId xmlns:a16="http://schemas.microsoft.com/office/drawing/2014/main" id="{E2703E1A-E714-BA7C-A8D5-2168A979262A}"/>
              </a:ext>
            </a:extLst>
          </p:cNvPr>
          <p:cNvSpPr/>
          <p:nvPr/>
        </p:nvSpPr>
        <p:spPr>
          <a:xfrm>
            <a:off x="8773000" y="8818011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13C8DA96-B552-E2EF-03A7-B65996E7E8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9141" y="3764798"/>
            <a:ext cx="2514951" cy="666843"/>
          </a:xfrm>
          <a:prstGeom prst="rect">
            <a:avLst/>
          </a:prstGeom>
        </p:spPr>
      </p:pic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CCB44934-0D56-EFA0-FEE0-D8D20EC02247}"/>
              </a:ext>
            </a:extLst>
          </p:cNvPr>
          <p:cNvSpPr/>
          <p:nvPr/>
        </p:nvSpPr>
        <p:spPr>
          <a:xfrm>
            <a:off x="9299110" y="338484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335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E7CE-CD4E-4AA1-CBC9-29B3DC57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1D86063-BF84-4BC9-3FBB-52ED2DEAC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1558C0C-32B6-BB94-AEC2-FD4FC6DB7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355C850-40F4-01C2-097D-8DB2AC02D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54B97A7-2E72-282F-6131-89E188EBD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AE2E356D-E1DF-438B-CA42-47459E14F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284D9430-134C-4191-B8A5-16B0714889DF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A187B48-A139-1E25-058A-FE50408D562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비밀번호 찾기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(1)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B6AB10F-6305-E0B4-E839-6DE6FEAC5E1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17FAA465-08EA-3577-FEEB-3C40D040F484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28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CEEE861-5CF6-5705-C5FB-9F48939B828D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13EFCB0F-1EDF-0F7D-C764-464280A68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CD648DCF-96DD-A6F3-904B-A19C4F709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F8B71E2C-25B3-0223-2EFD-5007D5206062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2B00CD80-7E01-4922-8922-25A64768BBFC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5B05BE81-3C72-3FCF-B4BF-93DB9C7477F1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6F522EDC-FCB3-0CFF-9937-1B89B0407A24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5BA6F787-12E4-E90E-79B5-12E9AB02E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A928DE50-01C8-D327-8789-8B2ACA290AE5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2A14F04D-1E5C-5F07-DE02-C3FF07795195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C2822039-0D95-F6D5-21E6-CEB161D79205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229762D5-7E28-B6DF-36C7-117C60ABCF05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37F03D8-8A58-0CA6-FC1D-D43ED670A9CC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00615" y="1335795"/>
            <a:chExt cx="8210550" cy="48006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7AA1D80-1353-FDCA-F34F-3B90B1B4412E}"/>
                </a:ext>
              </a:extLst>
            </p:cNvPr>
            <p:cNvSpPr/>
            <p:nvPr/>
          </p:nvSpPr>
          <p:spPr>
            <a:xfrm>
              <a:off x="300615" y="1335795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CA9134-1BBF-19B2-E16D-A32483F4D824}"/>
                </a:ext>
              </a:extLst>
            </p:cNvPr>
            <p:cNvSpPr txBox="1"/>
            <p:nvPr/>
          </p:nvSpPr>
          <p:spPr>
            <a:xfrm>
              <a:off x="3406508" y="2712244"/>
              <a:ext cx="2064283" cy="399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000" b="1" dirty="0"/>
                <a:t>비밀번호 찾기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226C2E-C175-A672-23C7-03A1B3543A92}"/>
                </a:ext>
              </a:extLst>
            </p:cNvPr>
            <p:cNvSpPr txBox="1"/>
            <p:nvPr/>
          </p:nvSpPr>
          <p:spPr>
            <a:xfrm>
              <a:off x="2422473" y="3496430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이메일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5AFA37E-996D-AB38-404D-6AF84CC34680}"/>
                </a:ext>
              </a:extLst>
            </p:cNvPr>
            <p:cNvSpPr/>
            <p:nvPr/>
          </p:nvSpPr>
          <p:spPr>
            <a:xfrm>
              <a:off x="2495550" y="3914406"/>
              <a:ext cx="3752850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CA73B12-EF47-63E9-384F-62BF697D3D48}"/>
                </a:ext>
              </a:extLst>
            </p:cNvPr>
            <p:cNvSpPr/>
            <p:nvPr/>
          </p:nvSpPr>
          <p:spPr>
            <a:xfrm>
              <a:off x="5639468" y="4349558"/>
              <a:ext cx="608932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찾기</a:t>
              </a: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1632587-106D-9E9D-E700-1651CB16F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847812"/>
              </p:ext>
            </p:extLst>
          </p:nvPr>
        </p:nvGraphicFramePr>
        <p:xfrm>
          <a:off x="12924000" y="2952000"/>
          <a:ext cx="4664892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00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비밀번호를 찾으려는 이메일을 입력하는 칸이다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칸을 비우거나 잘못된 형식의 이메일을 작성한 후 찾기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버튼</a:t>
                      </a:r>
                      <a:r>
                        <a:rPr lang="en-US" altLang="ko-KR" dirty="0"/>
                        <a:t>(2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클릭할 시 </a:t>
                      </a: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정확한 이메일 주소를 입력해주세요</a:t>
                      </a:r>
                      <a:r>
                        <a:rPr lang="en-US" altLang="ko-KR" dirty="0"/>
                        <a:t>.’ </a:t>
                      </a:r>
                      <a:r>
                        <a:rPr lang="ko-KR" altLang="en-US" dirty="0"/>
                        <a:t>경고문을 출력한다</a:t>
                      </a:r>
                      <a:r>
                        <a:rPr lang="en-US" altLang="ko-KR" dirty="0"/>
                        <a:t>. 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번 창에서 정확한 이메일 형식을 작성한 후 해당 버튼을 누르면 비밀번호 찾기 화면</a:t>
                      </a:r>
                      <a:r>
                        <a:rPr lang="en-US" altLang="ko-KR" dirty="0"/>
                        <a:t>(2)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이후</a:t>
                      </a:r>
                      <a:r>
                        <a:rPr lang="en-US" altLang="ko-KR" dirty="0"/>
                        <a:t> </a:t>
                      </a:r>
                      <a:r>
                        <a:rPr lang="en-US" altLang="ko-KR" dirty="0" err="1"/>
                        <a:t>db</a:t>
                      </a:r>
                      <a:r>
                        <a:rPr lang="ko-KR" altLang="en-US" dirty="0"/>
                        <a:t>에 해당 이메일이 존재할 경우 해당 이메일로 비밀번호 찾기 메일을 보낸다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만약 </a:t>
                      </a:r>
                      <a:r>
                        <a:rPr lang="en-US" altLang="ko-KR" dirty="0" err="1"/>
                        <a:t>db</a:t>
                      </a:r>
                      <a:r>
                        <a:rPr lang="ko-KR" altLang="en-US" dirty="0"/>
                        <a:t>에 해당 이메일이 존재하지 않을 경우 비밀번호 찾기 메일을 보내지 않는다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</a:tbl>
          </a:graphicData>
        </a:graphic>
      </p:graphicFrame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384501BA-72D6-54D2-09AC-CD72311BF520}"/>
              </a:ext>
            </a:extLst>
          </p:cNvPr>
          <p:cNvSpPr/>
          <p:nvPr/>
        </p:nvSpPr>
        <p:spPr>
          <a:xfrm>
            <a:off x="4648099" y="6121761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013FA408-6B8E-2060-7AC8-2E58FA2B05C8}"/>
              </a:ext>
            </a:extLst>
          </p:cNvPr>
          <p:cNvSpPr/>
          <p:nvPr/>
        </p:nvSpPr>
        <p:spPr>
          <a:xfrm>
            <a:off x="8627294" y="7300257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1595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E661-4F38-7F3D-CB71-CE31B4B0F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B62B4D4-8B88-D2E6-3A7B-DEA068419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0A0AF27-16BE-619F-9413-721F97F41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D77798C-8071-F35D-43F3-12625DD10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931C6FE-E509-895C-764F-51D085BF1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E412694F-9F85-EC43-20D4-FF5194DBD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DCFB8FC4-C490-ED72-2A88-42CBFE705228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068F8CB-B846-A9E0-F8B8-23F02ED4868B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비밀번호 찾기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(2)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7FF2438-A6A6-040B-2DE2-F061C2433A5C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A98A6DE5-48DE-6C0D-890F-D7F4C4E81D23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29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E1FA9EE-BA26-E0DE-D061-A285B4FA4759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2B2F95D8-7A46-3ECF-EE28-39271C238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C1C807E1-5188-DD37-094E-F9F87CB6F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42BF3613-FFA5-23F7-1B11-43E829298B5C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244511DC-F580-CACE-82E0-7C817FE5B6BD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09AAC7FF-2D29-E2FB-2E08-6447625431FF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7CCE6F93-CE74-6FDA-5BF8-1D2CA8F3DD6A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C77B93FA-D8F1-B655-DC0D-794ECDFA2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77F53CDD-E66F-C5C7-1D0E-4C888A6E712B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695F2152-BB4B-F4B8-15AB-8FC7D592DBF0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4328DF93-71A0-C94F-D1A5-D55C1CD53C77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58CA189D-FD7D-3F27-C9D0-743A141D7650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6E286AE-4558-0918-204A-D2528AB76814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619335" y="1280284"/>
            <a:chExt cx="8210550" cy="4800600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B1F7F0C-1939-17F9-4408-99D1F4E9BA2D}"/>
                </a:ext>
              </a:extLst>
            </p:cNvPr>
            <p:cNvSpPr/>
            <p:nvPr/>
          </p:nvSpPr>
          <p:spPr>
            <a:xfrm>
              <a:off x="619335" y="1280284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○○○</a:t>
              </a:r>
              <a:r>
                <a:rPr lang="en-US" altLang="ko-KR" sz="1500" dirty="0">
                  <a:solidFill>
                    <a:schemeClr val="tx1"/>
                  </a:solidFill>
                </a:rPr>
                <a:t>@</a:t>
              </a:r>
              <a:r>
                <a:rPr lang="ko-KR" altLang="en-US" sz="1500" dirty="0">
                  <a:solidFill>
                    <a:schemeClr val="tx1"/>
                  </a:solidFill>
                </a:rPr>
                <a:t>○○○</a:t>
              </a:r>
              <a:r>
                <a:rPr lang="en-US" altLang="ko-KR" sz="1500" dirty="0">
                  <a:solidFill>
                    <a:schemeClr val="tx1"/>
                  </a:solidFill>
                </a:rPr>
                <a:t>.com </a:t>
              </a:r>
              <a:r>
                <a:rPr lang="ko-KR" altLang="en-US" sz="1500" dirty="0">
                  <a:solidFill>
                    <a:schemeClr val="tx1"/>
                  </a:solidFill>
                </a:rPr>
                <a:t>메일로 비밀번호 찾기 인증 메일을 전송했습니다</a:t>
              </a:r>
              <a:r>
                <a:rPr lang="en-US" altLang="ko-KR" sz="1500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r>
                <a:rPr lang="ko-KR" altLang="en-US" sz="1500" dirty="0" err="1">
                  <a:solidFill>
                    <a:schemeClr val="tx1"/>
                  </a:solidFill>
                </a:rPr>
                <a:t>메일함에</a:t>
              </a:r>
              <a:r>
                <a:rPr lang="ko-KR" altLang="en-US" sz="1500" dirty="0">
                  <a:solidFill>
                    <a:schemeClr val="tx1"/>
                  </a:solidFill>
                </a:rPr>
                <a:t> 도착한 메일을 통해 인증을 완료해 주시기 바랍니다</a:t>
              </a:r>
              <a:r>
                <a:rPr lang="en-US" altLang="ko-KR" sz="1500" dirty="0">
                  <a:solidFill>
                    <a:schemeClr val="tx1"/>
                  </a:solidFill>
                </a:rPr>
                <a:t>.</a:t>
              </a:r>
              <a:endParaRPr lang="ko-KR" alt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E480F3D-B3AC-3371-F57A-591BB17DC0A3}"/>
                </a:ext>
              </a:extLst>
            </p:cNvPr>
            <p:cNvSpPr txBox="1"/>
            <p:nvPr/>
          </p:nvSpPr>
          <p:spPr>
            <a:xfrm>
              <a:off x="3625141" y="2728675"/>
              <a:ext cx="2064283" cy="399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000" b="1" dirty="0"/>
                <a:t>비밀번호 찾기</a:t>
              </a:r>
              <a:endParaRPr lang="en-US" altLang="ko-KR" sz="3000" b="1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8950DC7-A09D-7420-26E0-4244F315F6D1}"/>
                </a:ext>
              </a:extLst>
            </p:cNvPr>
            <p:cNvSpPr/>
            <p:nvPr/>
          </p:nvSpPr>
          <p:spPr>
            <a:xfrm>
              <a:off x="4272760" y="4318813"/>
              <a:ext cx="769046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홈으로</a:t>
              </a:r>
            </a:p>
          </p:txBody>
        </p:sp>
      </p:grp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3CFFB0F8-BB5C-CFDE-8C64-AA3638081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394986"/>
              </p:ext>
            </p:extLst>
          </p:nvPr>
        </p:nvGraphicFramePr>
        <p:xfrm>
          <a:off x="12924000" y="2952000"/>
          <a:ext cx="4664892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00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비밀번호 찾기 시 입력한 이메일과 함께 해당 문구를 출력한다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초기 </a:t>
                      </a:r>
                      <a:r>
                        <a:rPr lang="ko-KR" altLang="en-US" dirty="0" err="1"/>
                        <a:t>메인화면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전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</a:tbl>
          </a:graphicData>
        </a:graphic>
      </p:graphicFrame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01828ED9-2021-D353-896E-38F13C489C99}"/>
              </a:ext>
            </a:extLst>
          </p:cNvPr>
          <p:cNvSpPr/>
          <p:nvPr/>
        </p:nvSpPr>
        <p:spPr>
          <a:xfrm>
            <a:off x="4268475" y="562644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5396739B-D710-E81E-6AEB-E14685013497}"/>
              </a:ext>
            </a:extLst>
          </p:cNvPr>
          <p:cNvSpPr/>
          <p:nvPr/>
        </p:nvSpPr>
        <p:spPr>
          <a:xfrm>
            <a:off x="6517881" y="688556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239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62B48-71E1-DB4C-79B2-B504E85CE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10C7A4C-6E79-D0EE-6349-B3386F48A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2597FC5-DE59-14B0-C4F5-D540665F7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03BD4D8-F64C-5D4E-A453-7FC278D9D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A52B639-4561-12FB-095C-5B3AF5689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A201C277-A1C0-1101-6969-A28B7C289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93B12013-45CF-E9C7-3B86-B9CD3A95DAE8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CA884B0-6C62-9D1F-1056-41861D814395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비밀번호 찾기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(3)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510B319-0C7B-F7FA-EDA8-934A74EBB1A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EB71EBFB-70F6-CF30-DD1A-85BDE046F785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30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9F03E3E-F338-D05F-0FFF-42240D71A5C8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A60B0E2F-5B5E-E903-6B9C-5E939B180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CE36B363-2021-670B-0A36-402501F97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5713C9A6-CE11-C194-8F3D-FA7A6CD431D3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D9A5D382-5082-CD65-73C7-7C3507DC9CCB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3C85E501-58E5-9F42-7823-D26CDBF587E0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F5C4CC4B-CF83-90B2-B12A-F42666A31D23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E2F5BBA8-2BE2-D896-985B-1547E0F0C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B70A52D2-6BA5-554D-80A7-F50AB377C3D9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1F3805BE-BD9F-0F14-4916-7B8A96E294B3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676440AF-ACB5-B69C-5D20-068ABF4832B6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89A03581-D12C-5EBE-8100-749EE5FE3A12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E1B0F14-B6C5-90AB-678D-548BB4D2C6F7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33375" y="1362075"/>
            <a:chExt cx="8210550" cy="48006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C81D6BC-4F7C-78B0-5021-5503815EE4F7}"/>
                </a:ext>
              </a:extLst>
            </p:cNvPr>
            <p:cNvSpPr/>
            <p:nvPr/>
          </p:nvSpPr>
          <p:spPr>
            <a:xfrm>
              <a:off x="333375" y="1362075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7483A5-55B2-65B8-96BA-FE4744FEFA1E}"/>
                </a:ext>
              </a:extLst>
            </p:cNvPr>
            <p:cNvSpPr txBox="1"/>
            <p:nvPr/>
          </p:nvSpPr>
          <p:spPr>
            <a:xfrm>
              <a:off x="1922176" y="301651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비밀번호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856207-30B8-C42C-C0D4-0CB4E1F63A65}"/>
                </a:ext>
              </a:extLst>
            </p:cNvPr>
            <p:cNvSpPr txBox="1"/>
            <p:nvPr/>
          </p:nvSpPr>
          <p:spPr>
            <a:xfrm>
              <a:off x="1882396" y="3912418"/>
              <a:ext cx="16514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비밀번호 확인</a:t>
              </a:r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4C23F6E-D3AC-BF03-187C-863FEC7D9EEE}"/>
                </a:ext>
              </a:extLst>
            </p:cNvPr>
            <p:cNvSpPr/>
            <p:nvPr/>
          </p:nvSpPr>
          <p:spPr>
            <a:xfrm>
              <a:off x="2011095" y="3402065"/>
              <a:ext cx="4359415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770CAF4-04F6-50F0-3622-E755478C764A}"/>
                </a:ext>
              </a:extLst>
            </p:cNvPr>
            <p:cNvSpPr/>
            <p:nvPr/>
          </p:nvSpPr>
          <p:spPr>
            <a:xfrm>
              <a:off x="2011096" y="4278860"/>
              <a:ext cx="4359414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6A6C29E-8181-067B-E17A-EE21A82225FE}"/>
                </a:ext>
              </a:extLst>
            </p:cNvPr>
            <p:cNvSpPr/>
            <p:nvPr/>
          </p:nvSpPr>
          <p:spPr>
            <a:xfrm>
              <a:off x="4932903" y="4862522"/>
              <a:ext cx="1437607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비밀번호 변경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4785A9-05B0-9C31-CB13-AE95C4B36A7E}"/>
                </a:ext>
              </a:extLst>
            </p:cNvPr>
            <p:cNvSpPr txBox="1"/>
            <p:nvPr/>
          </p:nvSpPr>
          <p:spPr>
            <a:xfrm>
              <a:off x="1922176" y="2481956"/>
              <a:ext cx="36311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/>
                <a:t>새로운 비밀번호를 입력해주세요</a:t>
              </a:r>
              <a:r>
                <a:rPr lang="en-US" altLang="ko-KR" b="1" dirty="0"/>
                <a:t>.</a:t>
              </a:r>
              <a:endParaRPr lang="ko-KR" altLang="en-US" b="1" dirty="0"/>
            </a:p>
          </p:txBody>
        </p:sp>
      </p:grp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644FE2F8-F4CC-B8C4-A7A3-7224D8CDF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174432"/>
              </p:ext>
            </p:extLst>
          </p:nvPr>
        </p:nvGraphicFramePr>
        <p:xfrm>
          <a:off x="12924000" y="2952000"/>
          <a:ext cx="4664892" cy="713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00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비밀번호 찾기 시 입력했던 </a:t>
                      </a:r>
                      <a:r>
                        <a:rPr lang="ko-KR" altLang="en-US" dirty="0" err="1"/>
                        <a:t>이메일로보내진</a:t>
                      </a:r>
                      <a:r>
                        <a:rPr lang="ko-KR" altLang="en-US" dirty="0"/>
                        <a:t> 비밀번호 찾기 링크 클릭 시 접근할 수 있는 화면이다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 비밀번호를 작성하는 칸이다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칸에 비밀번호 입력 시 </a:t>
                      </a:r>
                      <a:r>
                        <a:rPr lang="en-US" altLang="ko-KR" dirty="0"/>
                        <a:t>***</a:t>
                      </a:r>
                      <a:r>
                        <a:rPr lang="ko-KR" altLang="en-US" dirty="0"/>
                        <a:t>으로 암호화되어 출력된다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칸을 작성하지 않고 비밀번호 변경 버튼</a:t>
                      </a:r>
                      <a:r>
                        <a:rPr lang="en-US" altLang="ko-KR" dirty="0"/>
                        <a:t>(4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누르면 </a:t>
                      </a: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번 알림 메시지가 출력된다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비밀번호를 확인하기 위해 작성하는 칸이다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칸에 비밀번호 입력 시 </a:t>
                      </a:r>
                      <a:r>
                        <a:rPr lang="en-US" altLang="ko-KR" dirty="0"/>
                        <a:t>***</a:t>
                      </a:r>
                      <a:r>
                        <a:rPr lang="ko-KR" altLang="en-US" dirty="0"/>
                        <a:t>으로 암호화되어 출력된다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칸을 작성하지 않고 비밀번호 변경 버튼</a:t>
                      </a:r>
                      <a:r>
                        <a:rPr lang="en-US" altLang="ko-KR" dirty="0"/>
                        <a:t>(4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누르면 </a:t>
                      </a: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번 알림 메시지가 출력된다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만약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번 칸과 다른 문구가 입력되면 </a:t>
                      </a: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비밀번호가 일치하지 않습니다</a:t>
                      </a:r>
                      <a:r>
                        <a:rPr lang="en-US" altLang="ko-KR" dirty="0"/>
                        <a:t>.’ </a:t>
                      </a:r>
                      <a:r>
                        <a:rPr lang="ko-KR" altLang="en-US" dirty="0"/>
                        <a:t>경고문이 출력된다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17258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사용자가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,3</a:t>
                      </a:r>
                      <a:r>
                        <a:rPr lang="ko-KR" altLang="en-US" dirty="0"/>
                        <a:t>번을 양식에 맞게 작성한 후 해당 버튼을 누르면 비밀번호 변경이 완료되며 비밀번호 찾기 화면</a:t>
                      </a:r>
                      <a:r>
                        <a:rPr lang="en-US" altLang="ko-KR" dirty="0"/>
                        <a:t>(4)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04239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사용자가 입력 칸을 작성하지 않으면 출력되는 알림 메시지이다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출력 우선순위는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&gt;3</a:t>
                      </a:r>
                      <a:r>
                        <a:rPr lang="ko-KR" altLang="en-US" dirty="0"/>
                        <a:t>번 순이다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800311"/>
                  </a:ext>
                </a:extLst>
              </a:tr>
            </a:tbl>
          </a:graphicData>
        </a:graphic>
      </p:graphicFrame>
      <p:sp>
        <p:nvSpPr>
          <p:cNvPr id="35" name="순서도: 연결자 34">
            <a:extLst>
              <a:ext uri="{FF2B5EF4-FFF2-40B4-BE49-F238E27FC236}">
                <a16:creationId xmlns:a16="http://schemas.microsoft.com/office/drawing/2014/main" id="{C9313102-0E6C-4909-CC9B-29966F4A505D}"/>
              </a:ext>
            </a:extLst>
          </p:cNvPr>
          <p:cNvSpPr/>
          <p:nvPr/>
        </p:nvSpPr>
        <p:spPr>
          <a:xfrm>
            <a:off x="2566212" y="312626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BBB2D19E-4BFF-9081-7D9E-5BDDA3900E5E}"/>
              </a:ext>
            </a:extLst>
          </p:cNvPr>
          <p:cNvSpPr/>
          <p:nvPr/>
        </p:nvSpPr>
        <p:spPr>
          <a:xfrm>
            <a:off x="3872011" y="682841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7" name="순서도: 연결자 36">
            <a:extLst>
              <a:ext uri="{FF2B5EF4-FFF2-40B4-BE49-F238E27FC236}">
                <a16:creationId xmlns:a16="http://schemas.microsoft.com/office/drawing/2014/main" id="{7D152751-A3FB-F002-249E-31A8C6F34E43}"/>
              </a:ext>
            </a:extLst>
          </p:cNvPr>
          <p:cNvSpPr/>
          <p:nvPr/>
        </p:nvSpPr>
        <p:spPr>
          <a:xfrm>
            <a:off x="3892155" y="5713594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308B8F7E-5C25-0F4B-ACD5-7B91F037AA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9141" y="3764798"/>
            <a:ext cx="2514951" cy="666843"/>
          </a:xfrm>
          <a:prstGeom prst="rect">
            <a:avLst/>
          </a:prstGeom>
        </p:spPr>
      </p:pic>
      <p:sp>
        <p:nvSpPr>
          <p:cNvPr id="39" name="순서도: 연결자 38">
            <a:extLst>
              <a:ext uri="{FF2B5EF4-FFF2-40B4-BE49-F238E27FC236}">
                <a16:creationId xmlns:a16="http://schemas.microsoft.com/office/drawing/2014/main" id="{9777C253-3705-126D-1820-6AD6FB9AAB8A}"/>
              </a:ext>
            </a:extLst>
          </p:cNvPr>
          <p:cNvSpPr/>
          <p:nvPr/>
        </p:nvSpPr>
        <p:spPr>
          <a:xfrm>
            <a:off x="9232283" y="3332022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0" name="순서도: 연결자 39">
            <a:extLst>
              <a:ext uri="{FF2B5EF4-FFF2-40B4-BE49-F238E27FC236}">
                <a16:creationId xmlns:a16="http://schemas.microsoft.com/office/drawing/2014/main" id="{6B378270-61C0-6268-6D72-F0B43C50AA09}"/>
              </a:ext>
            </a:extLst>
          </p:cNvPr>
          <p:cNvSpPr/>
          <p:nvPr/>
        </p:nvSpPr>
        <p:spPr>
          <a:xfrm>
            <a:off x="7818824" y="745598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955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1BC69-680F-23D0-F87B-B6AF3F459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90B4CDF-56C5-ADFE-105B-2974E1EB8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6B6A460-390A-9CB0-F513-66351BED4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829D5CE-0CD1-E98C-FB40-993B635D9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BDE9E36-B97D-11C5-F599-DDCA8E7FF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8B43E9F8-0B86-2D15-EF3B-D96ECA480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37BB9633-5EAD-98FE-DB2F-3974D696CFDF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A308563-D890-3791-B9C2-48EDFB8936BB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비밀번호 찾기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(4)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A63E931-D254-AEB3-5B64-24B7DC20A11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7B7F22C0-28C8-2A2E-2C75-679920ABAE4E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31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146C84E-7118-2DD1-FFD1-A1FCB781CA65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85C71420-9F57-A610-C374-20B0A88B5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A45A7027-839E-AD9D-AA2A-1534013DF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95F1E014-A9CF-373C-00BE-25CB6C66F256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3F9D5280-96DC-20B8-AF16-A5A6143C9336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2E1A8C3C-BAE3-6E12-F5D6-1BCF3EB2F3B5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409E6B77-B0AF-00D9-A62D-4E20695D24B8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A618D16C-536E-E6DD-BCB5-3BBF9B46D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7C78D95E-D069-7E90-12F8-A00E8CEC017E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14311AF8-5EC2-BD3C-760C-E6351227ECEE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F629AC9F-33DE-53F4-A007-E5E11AA9AE9C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3C08AAAC-7766-6A5F-16ED-AC36F5CFB9A2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219BF8D-9E0D-D561-154B-80CBEF0F3B3E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88924" y="1552574"/>
            <a:chExt cx="8210550" cy="48006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DB339ED-3A6F-B8B5-CDF4-30CAE4F05A5E}"/>
                </a:ext>
              </a:extLst>
            </p:cNvPr>
            <p:cNvSpPr/>
            <p:nvPr/>
          </p:nvSpPr>
          <p:spPr>
            <a:xfrm>
              <a:off x="388924" y="1552574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992F976-18ED-D083-B50D-D0FA564A03A5}"/>
                </a:ext>
              </a:extLst>
            </p:cNvPr>
            <p:cNvSpPr txBox="1"/>
            <p:nvPr/>
          </p:nvSpPr>
          <p:spPr>
            <a:xfrm>
              <a:off x="2728331" y="3162416"/>
              <a:ext cx="353173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000" b="1" dirty="0"/>
                <a:t>비밀번호 변경 완료</a:t>
              </a:r>
              <a:endParaRPr lang="en-US" altLang="ko-KR" sz="3000" b="1" dirty="0"/>
            </a:p>
            <a:p>
              <a:pPr algn="ctr"/>
              <a:endParaRPr lang="en-US" altLang="ko-KR" sz="1500" dirty="0"/>
            </a:p>
            <a:p>
              <a:pPr algn="ctr"/>
              <a:r>
                <a:rPr lang="ko-KR" altLang="en-US" sz="1500" dirty="0"/>
                <a:t>비밀번호 변경이 완료되었습니다</a:t>
              </a:r>
              <a:r>
                <a:rPr lang="en-US" altLang="ko-KR" sz="1500" dirty="0"/>
                <a:t>.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C0B74FF-5530-E22B-CA85-F3851FF71C61}"/>
                </a:ext>
              </a:extLst>
            </p:cNvPr>
            <p:cNvSpPr/>
            <p:nvPr/>
          </p:nvSpPr>
          <p:spPr>
            <a:xfrm>
              <a:off x="4104008" y="4520978"/>
              <a:ext cx="780382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로그인</a:t>
              </a: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61F2505-BE94-C9DC-7B41-6C7893061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719022"/>
              </p:ext>
            </p:extLst>
          </p:nvPr>
        </p:nvGraphicFramePr>
        <p:xfrm>
          <a:off x="12924000" y="2952000"/>
          <a:ext cx="4664892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00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로그인 화면으로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</a:tbl>
          </a:graphicData>
        </a:graphic>
      </p:graphicFrame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5832F212-386F-48D7-9CBE-CBC56C919389}"/>
              </a:ext>
            </a:extLst>
          </p:cNvPr>
          <p:cNvSpPr/>
          <p:nvPr/>
        </p:nvSpPr>
        <p:spPr>
          <a:xfrm>
            <a:off x="6642642" y="6815153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1060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62F9C-8BAD-7945-B66A-3DD52C7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74F4310-4061-9E99-C5DF-F31774CC0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25DE4A4-9219-869F-6F7F-1DFA5F669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69B5FAF-E1F1-5583-1DF9-363037BEB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ACF6A82-F761-2EEA-24C9-8EE85FC19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80348857-7B70-FED9-0D19-A010DCC4A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B7EBE5E7-3DC1-917D-7C16-591DBA25A39D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B44E940-C4BA-47EB-59CC-A4E12E4149F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AI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채팅 창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(1)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EC5164C-B958-D3D2-0AC3-E1E7DB47C76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BF0B8A3F-C99C-63A2-7F51-5A745B0FAB36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32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17C9973-2B44-350E-7E2E-0FCE67BF99C3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797127A0-6E28-AD33-56D6-21D46E6CB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EA29C685-3585-8D98-882D-393D5605C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20FFB420-D3DA-3404-32EF-48E29828AC19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DF9AF1D8-CB0D-2CA4-1778-D6FE7D928E37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643E0904-90EB-6117-E51C-0A747F7DA99A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F181B130-500A-B32A-A24C-091BED23EB90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194904E4-B67B-C2BC-CC8E-023E0D47D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FAEA94D2-7572-DAC8-6749-0450B6DAF35C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09896540-8A8B-8B9E-61DA-9DB3239F2F15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A21F5C14-72CD-674E-E0CA-331B62C68A6F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A0C1BC18-8211-7229-3B49-7D1192E504C3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E22430A-4204-5765-9BB9-2399BD0CC744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42900" y="1038225"/>
            <a:chExt cx="8210550" cy="55816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44F75D9-42FC-BB9F-1C79-F423873501F8}"/>
                </a:ext>
              </a:extLst>
            </p:cNvPr>
            <p:cNvSpPr/>
            <p:nvPr/>
          </p:nvSpPr>
          <p:spPr>
            <a:xfrm>
              <a:off x="342900" y="1038225"/>
              <a:ext cx="8210550" cy="5581649"/>
            </a:xfrm>
            <a:prstGeom prst="rect">
              <a:avLst/>
            </a:prstGeom>
            <a:solidFill>
              <a:srgbClr val="EEECE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5967A4D-F47C-66D4-4AAF-CB7E19C64D49}"/>
                </a:ext>
              </a:extLst>
            </p:cNvPr>
            <p:cNvGrpSpPr/>
            <p:nvPr/>
          </p:nvGrpSpPr>
          <p:grpSpPr>
            <a:xfrm>
              <a:off x="342900" y="1038225"/>
              <a:ext cx="8210550" cy="608528"/>
              <a:chOff x="342900" y="1357849"/>
              <a:chExt cx="8210550" cy="60852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D4EBEFE6-963F-7480-98DD-750F7B51ED6F}"/>
                  </a:ext>
                </a:extLst>
              </p:cNvPr>
              <p:cNvSpPr/>
              <p:nvPr/>
            </p:nvSpPr>
            <p:spPr>
              <a:xfrm>
                <a:off x="342900" y="1357849"/>
                <a:ext cx="8210550" cy="60852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1497CD-D869-90DA-28A5-36DE198005AD}"/>
                  </a:ext>
                </a:extLst>
              </p:cNvPr>
              <p:cNvSpPr txBox="1"/>
              <p:nvPr/>
            </p:nvSpPr>
            <p:spPr>
              <a:xfrm>
                <a:off x="408907" y="1398628"/>
                <a:ext cx="177298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000" b="1" dirty="0"/>
                  <a:t>COMJSH</a:t>
                </a:r>
                <a:endParaRPr lang="ko-KR" altLang="en-US" sz="3000" b="1" dirty="0"/>
              </a:p>
            </p:txBody>
          </p:sp>
          <p:sp>
            <p:nvSpPr>
              <p:cNvPr id="10" name="말풍선: 사각형 9">
                <a:extLst>
                  <a:ext uri="{FF2B5EF4-FFF2-40B4-BE49-F238E27FC236}">
                    <a16:creationId xmlns:a16="http://schemas.microsoft.com/office/drawing/2014/main" id="{A40FD35D-EBE2-96D5-C182-09AB12030715}"/>
                  </a:ext>
                </a:extLst>
              </p:cNvPr>
              <p:cNvSpPr/>
              <p:nvPr/>
            </p:nvSpPr>
            <p:spPr>
              <a:xfrm>
                <a:off x="2486844" y="1547813"/>
                <a:ext cx="304800" cy="228600"/>
              </a:xfrm>
              <a:prstGeom prst="wedgeRectCallou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2BB451-3FCE-FC33-64D7-033CD7880A2A}"/>
                  </a:ext>
                </a:extLst>
              </p:cNvPr>
              <p:cNvSpPr txBox="1"/>
              <p:nvPr/>
            </p:nvSpPr>
            <p:spPr>
              <a:xfrm>
                <a:off x="2791644" y="1477447"/>
                <a:ext cx="9621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/>
                  <a:t>AI </a:t>
                </a:r>
                <a:r>
                  <a:rPr lang="ko-KR" altLang="en-US" b="1" dirty="0"/>
                  <a:t>채팅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035B5B-BC40-4326-8446-479756827523}"/>
                  </a:ext>
                </a:extLst>
              </p:cNvPr>
              <p:cNvSpPr txBox="1"/>
              <p:nvPr/>
            </p:nvSpPr>
            <p:spPr>
              <a:xfrm>
                <a:off x="3753767" y="1477447"/>
                <a:ext cx="533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/>
                  <a:t>🔍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512FB4-484C-7B96-9F31-466F04F3F25C}"/>
                  </a:ext>
                </a:extLst>
              </p:cNvPr>
              <p:cNvSpPr txBox="1"/>
              <p:nvPr/>
            </p:nvSpPr>
            <p:spPr>
              <a:xfrm>
                <a:off x="4058567" y="1477447"/>
                <a:ext cx="1423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/>
                  <a:t>AI </a:t>
                </a:r>
                <a:r>
                  <a:rPr lang="ko-KR" altLang="en-US" b="1" dirty="0"/>
                  <a:t>종목분석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1D679B04-1B54-0A42-1D28-72EC979234C2}"/>
                  </a:ext>
                </a:extLst>
              </p:cNvPr>
              <p:cNvSpPr/>
              <p:nvPr/>
            </p:nvSpPr>
            <p:spPr>
              <a:xfrm>
                <a:off x="7369543" y="1515546"/>
                <a:ext cx="986172" cy="29313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>
                    <a:solidFill>
                      <a:schemeClr val="tx1"/>
                    </a:solidFill>
                  </a:rPr>
                  <a:t>로그아웃</a:t>
                </a:r>
                <a:endParaRPr lang="ko-KR" altLang="en-US" sz="15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AEFD093B-081C-7D99-FC95-1B5F632DF34B}"/>
                  </a:ext>
                </a:extLst>
              </p:cNvPr>
              <p:cNvSpPr/>
              <p:nvPr/>
            </p:nvSpPr>
            <p:spPr>
              <a:xfrm>
                <a:off x="6600825" y="1515546"/>
                <a:ext cx="601908" cy="29313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>
                    <a:solidFill>
                      <a:schemeClr val="tx1"/>
                    </a:solidFill>
                  </a:rPr>
                  <a:t>설정</a:t>
                </a:r>
                <a:endParaRPr lang="ko-KR" altLang="en-US" sz="15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AF9F9BE-646F-6D66-36E5-2C4C88E070BD}"/>
                </a:ext>
              </a:extLst>
            </p:cNvPr>
            <p:cNvSpPr/>
            <p:nvPr/>
          </p:nvSpPr>
          <p:spPr>
            <a:xfrm>
              <a:off x="342900" y="1646753"/>
              <a:ext cx="1838993" cy="49731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42582EF-72FC-A33A-E7CE-14CC77B25A9F}"/>
                </a:ext>
              </a:extLst>
            </p:cNvPr>
            <p:cNvSpPr txBox="1"/>
            <p:nvPr/>
          </p:nvSpPr>
          <p:spPr>
            <a:xfrm>
              <a:off x="2664606" y="2821118"/>
              <a:ext cx="522130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000" b="1" dirty="0"/>
                <a:t>무엇이 </a:t>
              </a:r>
              <a:r>
                <a:rPr lang="ko-KR" altLang="en-US" sz="3000" b="1" dirty="0" err="1"/>
                <a:t>궁금하신가요</a:t>
              </a:r>
              <a:r>
                <a:rPr lang="en-US" altLang="ko-KR" sz="3000" b="1" dirty="0"/>
                <a:t>?</a:t>
              </a:r>
            </a:p>
            <a:p>
              <a:pPr algn="ctr"/>
              <a:endParaRPr lang="en-US" altLang="ko-KR" sz="1500" dirty="0"/>
            </a:p>
            <a:p>
              <a:pPr algn="ctr"/>
              <a:r>
                <a:rPr lang="ko-KR" altLang="en-US" sz="1500" dirty="0"/>
                <a:t>좌측 채팅창을 선택하거나</a:t>
              </a:r>
              <a:r>
                <a:rPr lang="en-US" altLang="ko-KR" sz="1500" dirty="0"/>
                <a:t>,</a:t>
              </a:r>
              <a:r>
                <a:rPr lang="ko-KR" altLang="en-US" sz="1500" dirty="0"/>
                <a:t> 새로운 채팅창을 만들어주세요</a:t>
              </a:r>
              <a:r>
                <a:rPr lang="en-US" altLang="ko-KR" sz="1500" dirty="0"/>
                <a:t>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859B7C-CB12-7EF4-FB78-DEE2B5CB8CE0}"/>
                </a:ext>
              </a:extLst>
            </p:cNvPr>
            <p:cNvSpPr txBox="1"/>
            <p:nvPr/>
          </p:nvSpPr>
          <p:spPr>
            <a:xfrm>
              <a:off x="342900" y="1765099"/>
              <a:ext cx="13869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삼성 관련 질문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6AEED30-D357-8803-31DE-12711509C7BE}"/>
                </a:ext>
              </a:extLst>
            </p:cNvPr>
            <p:cNvSpPr txBox="1"/>
            <p:nvPr/>
          </p:nvSpPr>
          <p:spPr>
            <a:xfrm>
              <a:off x="342900" y="2072876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주가 비교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C4BDE78-F9BA-4945-B3C4-435313E80021}"/>
                </a:ext>
              </a:extLst>
            </p:cNvPr>
            <p:cNvSpPr txBox="1"/>
            <p:nvPr/>
          </p:nvSpPr>
          <p:spPr>
            <a:xfrm>
              <a:off x="342900" y="2370053"/>
              <a:ext cx="8132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LG</a:t>
              </a:r>
              <a:r>
                <a:rPr lang="ko-KR" altLang="en-US" sz="1400" dirty="0"/>
                <a:t> 분석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3B768C-04D6-C262-A499-29B837227A00}"/>
                </a:ext>
              </a:extLst>
            </p:cNvPr>
            <p:cNvSpPr txBox="1"/>
            <p:nvPr/>
          </p:nvSpPr>
          <p:spPr>
            <a:xfrm>
              <a:off x="342900" y="2667230"/>
              <a:ext cx="7056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채팅 </a:t>
              </a:r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C5AE80F-2501-B770-7B5E-E23E488E80FD}"/>
                </a:ext>
              </a:extLst>
            </p:cNvPr>
            <p:cNvSpPr txBox="1"/>
            <p:nvPr/>
          </p:nvSpPr>
          <p:spPr>
            <a:xfrm>
              <a:off x="2917360" y="4262972"/>
              <a:ext cx="12137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/>
                <a:t>채팅창</a:t>
              </a:r>
              <a:r>
                <a:rPr lang="ko-KR" altLang="en-US" sz="1500" dirty="0"/>
                <a:t> 이름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E692BDC-913E-9EE8-9875-BA82E9813A69}"/>
                </a:ext>
              </a:extLst>
            </p:cNvPr>
            <p:cNvSpPr/>
            <p:nvPr/>
          </p:nvSpPr>
          <p:spPr>
            <a:xfrm>
              <a:off x="3010128" y="4632304"/>
              <a:ext cx="4359415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367C42A-91B8-7251-519F-A81AE7E38155}"/>
                </a:ext>
              </a:extLst>
            </p:cNvPr>
            <p:cNvSpPr/>
            <p:nvPr/>
          </p:nvSpPr>
          <p:spPr>
            <a:xfrm>
              <a:off x="6589161" y="5148201"/>
              <a:ext cx="780382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만들기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50EAE43-625A-CD6B-6848-41E48E79B3E8}"/>
                </a:ext>
              </a:extLst>
            </p:cNvPr>
            <p:cNvSpPr txBox="1"/>
            <p:nvPr/>
          </p:nvSpPr>
          <p:spPr>
            <a:xfrm>
              <a:off x="342900" y="2975007"/>
              <a:ext cx="7857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75000"/>
                    </a:schemeClr>
                  </a:solidFill>
                </a:rPr>
                <a:t>새 채팅</a:t>
              </a:r>
            </a:p>
          </p:txBody>
        </p:sp>
      </p:grpSp>
      <p:sp>
        <p:nvSpPr>
          <p:cNvPr id="45" name="순서도: 연결자 44">
            <a:extLst>
              <a:ext uri="{FF2B5EF4-FFF2-40B4-BE49-F238E27FC236}">
                <a16:creationId xmlns:a16="http://schemas.microsoft.com/office/drawing/2014/main" id="{5546D78E-9667-C52F-1B1E-8C1673CDBB91}"/>
              </a:ext>
            </a:extLst>
          </p:cNvPr>
          <p:cNvSpPr/>
          <p:nvPr/>
        </p:nvSpPr>
        <p:spPr>
          <a:xfrm>
            <a:off x="2165586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6" name="순서도: 연결자 45">
            <a:extLst>
              <a:ext uri="{FF2B5EF4-FFF2-40B4-BE49-F238E27FC236}">
                <a16:creationId xmlns:a16="http://schemas.microsoft.com/office/drawing/2014/main" id="{D5132A14-E821-0A06-15EF-6DD13A68A619}"/>
              </a:ext>
            </a:extLst>
          </p:cNvPr>
          <p:cNvSpPr/>
          <p:nvPr/>
        </p:nvSpPr>
        <p:spPr>
          <a:xfrm>
            <a:off x="4633150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7" name="순서도: 연결자 46">
            <a:extLst>
              <a:ext uri="{FF2B5EF4-FFF2-40B4-BE49-F238E27FC236}">
                <a16:creationId xmlns:a16="http://schemas.microsoft.com/office/drawing/2014/main" id="{84275E74-1BF7-9D13-FE15-694B5D2D5AF1}"/>
              </a:ext>
            </a:extLst>
          </p:cNvPr>
          <p:cNvSpPr/>
          <p:nvPr/>
        </p:nvSpPr>
        <p:spPr>
          <a:xfrm>
            <a:off x="630215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FD34B97A-7224-3908-3DA6-FA741BE99750}"/>
              </a:ext>
            </a:extLst>
          </p:cNvPr>
          <p:cNvSpPr/>
          <p:nvPr/>
        </p:nvSpPr>
        <p:spPr>
          <a:xfrm>
            <a:off x="9957542" y="274509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BD286156-AFD3-513A-3440-4BACCB90807D}"/>
              </a:ext>
            </a:extLst>
          </p:cNvPr>
          <p:cNvSpPr/>
          <p:nvPr/>
        </p:nvSpPr>
        <p:spPr>
          <a:xfrm>
            <a:off x="1107728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E55FE736-E351-6F45-25FE-27647AFFB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551913"/>
              </p:ext>
            </p:extLst>
          </p:nvPr>
        </p:nvGraphicFramePr>
        <p:xfrm>
          <a:off x="12924000" y="2952000"/>
          <a:ext cx="4641560" cy="832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468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COMJSH</a:t>
                      </a:r>
                      <a:r>
                        <a:rPr lang="ko-KR" altLang="en-US" dirty="0"/>
                        <a:t>문구 클릭 시 초기 </a:t>
                      </a:r>
                      <a:r>
                        <a:rPr lang="ko-KR" altLang="en-US" dirty="0" err="1"/>
                        <a:t>메인화면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후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채팅 창 화면</a:t>
                      </a:r>
                      <a:r>
                        <a:rPr lang="en-US" altLang="ko-KR" dirty="0"/>
                        <a:t>(1)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종목 분석 창 화면으로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32754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해당 버튼 클릭 시 회원정보 수정 화면으로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71327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해당 버튼 클릭 시 로그아웃 한 후  초기 </a:t>
                      </a:r>
                      <a:r>
                        <a:rPr lang="ko-KR" altLang="en-US" dirty="0" err="1"/>
                        <a:t>메인화면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전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좌측 </a:t>
                      </a:r>
                      <a:r>
                        <a:rPr lang="ko-KR" altLang="en-US" dirty="0" err="1"/>
                        <a:t>채팅창</a:t>
                      </a:r>
                      <a:r>
                        <a:rPr lang="ko-KR" altLang="en-US" dirty="0"/>
                        <a:t> 이름 중 하나를 클릭 시 해당 </a:t>
                      </a:r>
                      <a:r>
                        <a:rPr lang="ko-KR" altLang="en-US" dirty="0" err="1"/>
                        <a:t>채팅창</a:t>
                      </a:r>
                      <a:r>
                        <a:rPr lang="ko-KR" altLang="en-US" dirty="0"/>
                        <a:t> 이름 색이 강조되며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채팅 창 화면</a:t>
                      </a:r>
                      <a:r>
                        <a:rPr lang="en-US" altLang="ko-KR" dirty="0"/>
                        <a:t>(2)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42583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새 채팅 클릭 시</a:t>
                      </a:r>
                      <a:r>
                        <a:rPr lang="en-US" altLang="ko-KR" dirty="0"/>
                        <a:t> AI </a:t>
                      </a:r>
                      <a:r>
                        <a:rPr lang="ko-KR" altLang="en-US" dirty="0"/>
                        <a:t>채팅 창 화면</a:t>
                      </a:r>
                      <a:r>
                        <a:rPr lang="en-US" altLang="ko-KR" dirty="0"/>
                        <a:t>(1)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80078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채팅창</a:t>
                      </a:r>
                      <a:r>
                        <a:rPr lang="ko-KR" altLang="en-US" dirty="0"/>
                        <a:t> 이름을 작성하는 칸이다</a:t>
                      </a:r>
                      <a:r>
                        <a:rPr lang="en-US" altLang="ko-KR" dirty="0"/>
                        <a:t>. 6</a:t>
                      </a:r>
                      <a:r>
                        <a:rPr lang="ko-KR" altLang="en-US" dirty="0"/>
                        <a:t>번과 중복되는 </a:t>
                      </a:r>
                      <a:r>
                        <a:rPr lang="ko-KR" altLang="en-US" dirty="0" err="1"/>
                        <a:t>채팅창</a:t>
                      </a:r>
                      <a:r>
                        <a:rPr lang="ko-KR" altLang="en-US" dirty="0"/>
                        <a:t> 이름을 작성한 후 만들기 버튼 </a:t>
                      </a:r>
                      <a:r>
                        <a:rPr lang="en-US" altLang="ko-KR" dirty="0"/>
                        <a:t>(9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을 클릭 시 </a:t>
                      </a: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같은 </a:t>
                      </a:r>
                      <a:r>
                        <a:rPr lang="ko-KR" altLang="en-US" dirty="0" err="1"/>
                        <a:t>채팅창</a:t>
                      </a:r>
                      <a:r>
                        <a:rPr lang="ko-KR" altLang="en-US" dirty="0"/>
                        <a:t> 이름이 존재합니다</a:t>
                      </a:r>
                      <a:r>
                        <a:rPr lang="en-US" altLang="ko-KR" dirty="0"/>
                        <a:t>.’ </a:t>
                      </a:r>
                      <a:r>
                        <a:rPr lang="ko-KR" altLang="en-US" dirty="0"/>
                        <a:t>경고문을 출력한다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490258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사용자가 </a:t>
                      </a: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번을 양식에 맞게 작성한 후 해당 버튼을 누르면 </a:t>
                      </a:r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번 목록에 해당 채팅창이 생성된다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이후 해당 </a:t>
                      </a:r>
                      <a:r>
                        <a:rPr lang="ko-KR" altLang="en-US" dirty="0" err="1"/>
                        <a:t>채팅창</a:t>
                      </a:r>
                      <a:r>
                        <a:rPr lang="ko-KR" altLang="en-US" dirty="0"/>
                        <a:t> 이름 색이 강조되며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채팅 창 화면</a:t>
                      </a:r>
                      <a:r>
                        <a:rPr lang="en-US" altLang="ko-KR" dirty="0"/>
                        <a:t>(2)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752591"/>
                  </a:ext>
                </a:extLst>
              </a:tr>
            </a:tbl>
          </a:graphicData>
        </a:graphic>
      </p:graphicFrame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FEBCA1EA-8DB5-8ED9-349C-9A464A0414D9}"/>
              </a:ext>
            </a:extLst>
          </p:cNvPr>
          <p:cNvSpPr/>
          <p:nvPr/>
        </p:nvSpPr>
        <p:spPr>
          <a:xfrm>
            <a:off x="2037993" y="3640512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5D38CE89-834B-3759-8710-0EBFF7D99A81}"/>
              </a:ext>
            </a:extLst>
          </p:cNvPr>
          <p:cNvSpPr/>
          <p:nvPr/>
        </p:nvSpPr>
        <p:spPr>
          <a:xfrm>
            <a:off x="2028786" y="518180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53" name="순서도: 연결자 52">
            <a:extLst>
              <a:ext uri="{FF2B5EF4-FFF2-40B4-BE49-F238E27FC236}">
                <a16:creationId xmlns:a16="http://schemas.microsoft.com/office/drawing/2014/main" id="{36C0E8A3-D7E3-90FC-D096-CAF5C835723B}"/>
              </a:ext>
            </a:extLst>
          </p:cNvPr>
          <p:cNvSpPr/>
          <p:nvPr/>
        </p:nvSpPr>
        <p:spPr>
          <a:xfrm>
            <a:off x="5248596" y="6848437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54" name="순서도: 연결자 53">
            <a:extLst>
              <a:ext uri="{FF2B5EF4-FFF2-40B4-BE49-F238E27FC236}">
                <a16:creationId xmlns:a16="http://schemas.microsoft.com/office/drawing/2014/main" id="{2954FC57-94A9-D9C7-A701-D6DE45183D74}"/>
              </a:ext>
            </a:extLst>
          </p:cNvPr>
          <p:cNvSpPr/>
          <p:nvPr/>
        </p:nvSpPr>
        <p:spPr>
          <a:xfrm>
            <a:off x="9833956" y="779469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2353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64686-9B3D-0C08-0E82-900D8BE57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2145C7D-00C7-9B6D-890C-7D881E828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385AD98-F643-4650-F496-3600F6654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C839B7E-EF10-9A3B-8FD4-CAECEED9A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6868D73-AC63-C12F-2BA6-6AD3D7D20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CD26F484-937A-A2B2-0519-278C9A088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FBD62D3B-E64F-C14B-05B1-20F840124103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E105E38-A400-A92E-5A4D-BADC70FF03E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AI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채팅 창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(2)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84B2BB3-6AF3-74D8-FFB6-D86680E3DD1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1D99703B-AE37-B40E-CF47-E626839179C1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33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4D1297E-4BC7-926E-AA4C-8CE1567E3E29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CDD0187F-675A-4B07-CE63-F5B981300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80F22B65-1A35-CCE5-D2A5-8A9448FDF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BFA10286-95C0-0D17-E293-B7AE98EE4A34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CEF864F5-D574-AF67-0EA4-A17AA1749B84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4BDADDB0-5680-924D-7514-BCD792580600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CFF81ECE-B02C-776E-320A-71A22EB80C15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6E70230A-8DE4-D365-52A8-225B6248E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82773EDD-1E56-200D-58FE-4232B64E7820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024286AA-DCCF-374B-B598-64545D1FC7EE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3F6D7074-411D-4C35-E3EA-C90F2840AA20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2C206320-2AA4-704A-F220-5620A27F23BC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B129FFC-50A2-9FF5-7207-B5124183909D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41414" y="1038225"/>
            <a:chExt cx="8212036" cy="55816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D2BA085-36FC-D03D-8955-BADDE975EAF3}"/>
                </a:ext>
              </a:extLst>
            </p:cNvPr>
            <p:cNvSpPr/>
            <p:nvPr/>
          </p:nvSpPr>
          <p:spPr>
            <a:xfrm>
              <a:off x="341414" y="1038225"/>
              <a:ext cx="8210550" cy="558164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C673372-34AA-FE4B-92E6-B40DF961D69C}"/>
                </a:ext>
              </a:extLst>
            </p:cNvPr>
            <p:cNvSpPr/>
            <p:nvPr/>
          </p:nvSpPr>
          <p:spPr>
            <a:xfrm>
              <a:off x="342900" y="1038225"/>
              <a:ext cx="8210550" cy="60852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60384A-5BBA-A449-C31E-B82871B61D00}"/>
                </a:ext>
              </a:extLst>
            </p:cNvPr>
            <p:cNvSpPr txBox="1"/>
            <p:nvPr/>
          </p:nvSpPr>
          <p:spPr>
            <a:xfrm>
              <a:off x="408907" y="1079004"/>
              <a:ext cx="177298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b="1" dirty="0"/>
                <a:t>COMJSH</a:t>
              </a:r>
              <a:endParaRPr lang="ko-KR" altLang="en-US" sz="3000" b="1" dirty="0"/>
            </a:p>
          </p:txBody>
        </p:sp>
        <p:sp>
          <p:nvSpPr>
            <p:cNvPr id="9" name="말풍선: 사각형 8">
              <a:extLst>
                <a:ext uri="{FF2B5EF4-FFF2-40B4-BE49-F238E27FC236}">
                  <a16:creationId xmlns:a16="http://schemas.microsoft.com/office/drawing/2014/main" id="{2A769AEE-66AF-0F0C-17E0-4C543B92926A}"/>
                </a:ext>
              </a:extLst>
            </p:cNvPr>
            <p:cNvSpPr/>
            <p:nvPr/>
          </p:nvSpPr>
          <p:spPr>
            <a:xfrm>
              <a:off x="2486844" y="1228189"/>
              <a:ext cx="304800" cy="228600"/>
            </a:xfrm>
            <a:prstGeom prst="wedgeRectCallou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7C60A2-5918-3590-1CFF-076BB2D5BB61}"/>
                </a:ext>
              </a:extLst>
            </p:cNvPr>
            <p:cNvSpPr txBox="1"/>
            <p:nvPr/>
          </p:nvSpPr>
          <p:spPr>
            <a:xfrm>
              <a:off x="2791644" y="1157823"/>
              <a:ext cx="962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AI </a:t>
              </a:r>
              <a:r>
                <a:rPr lang="ko-KR" altLang="en-US" b="1" dirty="0"/>
                <a:t>채팅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0C4CCA-D8DA-4F09-3CC9-1F1ACB339A27}"/>
                </a:ext>
              </a:extLst>
            </p:cNvPr>
            <p:cNvSpPr txBox="1"/>
            <p:nvPr/>
          </p:nvSpPr>
          <p:spPr>
            <a:xfrm>
              <a:off x="3753767" y="1157823"/>
              <a:ext cx="533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🔍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FCC3CF0-C0B7-97D6-CFE7-5F3F4D158019}"/>
                </a:ext>
              </a:extLst>
            </p:cNvPr>
            <p:cNvSpPr txBox="1"/>
            <p:nvPr/>
          </p:nvSpPr>
          <p:spPr>
            <a:xfrm>
              <a:off x="4058567" y="1157823"/>
              <a:ext cx="1423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AI </a:t>
              </a:r>
              <a:r>
                <a:rPr lang="ko-KR" altLang="en-US" b="1" dirty="0"/>
                <a:t>종목분석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6D1865F-3CB8-6537-2771-AC01E9518ED8}"/>
                </a:ext>
              </a:extLst>
            </p:cNvPr>
            <p:cNvSpPr/>
            <p:nvPr/>
          </p:nvSpPr>
          <p:spPr>
            <a:xfrm>
              <a:off x="7369543" y="1195922"/>
              <a:ext cx="986172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>
                  <a:solidFill>
                    <a:schemeClr val="tx1"/>
                  </a:solidFill>
                </a:rPr>
                <a:t>로그아웃</a:t>
              </a:r>
              <a:endParaRPr lang="ko-KR" alt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7C8F70E-1E63-6771-2C37-31994E3B45AA}"/>
                </a:ext>
              </a:extLst>
            </p:cNvPr>
            <p:cNvSpPr/>
            <p:nvPr/>
          </p:nvSpPr>
          <p:spPr>
            <a:xfrm>
              <a:off x="6600825" y="1195922"/>
              <a:ext cx="601908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설정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489041C-2F70-976D-8198-5BAE82E88EC8}"/>
                </a:ext>
              </a:extLst>
            </p:cNvPr>
            <p:cNvSpPr/>
            <p:nvPr/>
          </p:nvSpPr>
          <p:spPr>
            <a:xfrm>
              <a:off x="342900" y="1646753"/>
              <a:ext cx="1838993" cy="49731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3E3A927-27E6-5F25-9B6B-745DB0BD8965}"/>
                </a:ext>
              </a:extLst>
            </p:cNvPr>
            <p:cNvSpPr txBox="1"/>
            <p:nvPr/>
          </p:nvSpPr>
          <p:spPr>
            <a:xfrm>
              <a:off x="342900" y="1765099"/>
              <a:ext cx="13869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삼성 관련 질문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C319F7E-A5C1-335A-299C-487674F202B8}"/>
                </a:ext>
              </a:extLst>
            </p:cNvPr>
            <p:cNvSpPr txBox="1"/>
            <p:nvPr/>
          </p:nvSpPr>
          <p:spPr>
            <a:xfrm>
              <a:off x="342900" y="2072876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주가 비교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7F30A8D-424E-DE77-166C-6364AA9F6BCD}"/>
                </a:ext>
              </a:extLst>
            </p:cNvPr>
            <p:cNvSpPr/>
            <p:nvPr/>
          </p:nvSpPr>
          <p:spPr>
            <a:xfrm>
              <a:off x="341414" y="2365077"/>
              <a:ext cx="1838993" cy="29527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77BDEF5-236D-F13C-9FA6-5B2268EA1EBC}"/>
                </a:ext>
              </a:extLst>
            </p:cNvPr>
            <p:cNvSpPr txBox="1"/>
            <p:nvPr/>
          </p:nvSpPr>
          <p:spPr>
            <a:xfrm>
              <a:off x="342900" y="2667230"/>
              <a:ext cx="7056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채팅 </a:t>
              </a:r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6FDDBD4-D118-0542-90A3-DAA4BB0DFECE}"/>
                </a:ext>
              </a:extLst>
            </p:cNvPr>
            <p:cNvSpPr txBox="1"/>
            <p:nvPr/>
          </p:nvSpPr>
          <p:spPr>
            <a:xfrm>
              <a:off x="342900" y="2975007"/>
              <a:ext cx="7857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75000"/>
                    </a:schemeClr>
                  </a:solidFill>
                </a:rPr>
                <a:t>새 채팅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242BB1D-FC85-D4EE-815C-A0660060008E}"/>
                </a:ext>
              </a:extLst>
            </p:cNvPr>
            <p:cNvSpPr txBox="1"/>
            <p:nvPr/>
          </p:nvSpPr>
          <p:spPr>
            <a:xfrm>
              <a:off x="342900" y="2370053"/>
              <a:ext cx="8132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LG</a:t>
              </a:r>
              <a:r>
                <a:rPr lang="ko-KR" altLang="en-US" sz="1400" dirty="0"/>
                <a:t> 분석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CBCCF6F-6231-3041-3EA5-61E0517F70DA}"/>
                </a:ext>
              </a:extLst>
            </p:cNvPr>
            <p:cNvSpPr txBox="1"/>
            <p:nvPr/>
          </p:nvSpPr>
          <p:spPr>
            <a:xfrm>
              <a:off x="2241061" y="1821249"/>
              <a:ext cx="10070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LG </a:t>
              </a:r>
              <a:r>
                <a:rPr lang="ko-KR" altLang="en-US" b="1" dirty="0"/>
                <a:t>분석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A297384-D19C-0943-D459-EC0CE58F4CE4}"/>
                </a:ext>
              </a:extLst>
            </p:cNvPr>
            <p:cNvSpPr/>
            <p:nvPr/>
          </p:nvSpPr>
          <p:spPr>
            <a:xfrm>
              <a:off x="4058568" y="2677830"/>
              <a:ext cx="4297148" cy="29717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1500" dirty="0"/>
                <a:t>질문</a:t>
              </a:r>
              <a:r>
                <a:rPr lang="en-US" altLang="ko-KR" sz="1500" dirty="0"/>
                <a:t>1</a:t>
              </a:r>
              <a:endParaRPr lang="ko-KR" altLang="en-US" sz="1500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EBF17C3-30C9-209C-C0C8-30E40D88DB0D}"/>
                </a:ext>
              </a:extLst>
            </p:cNvPr>
            <p:cNvSpPr/>
            <p:nvPr/>
          </p:nvSpPr>
          <p:spPr>
            <a:xfrm>
              <a:off x="2349573" y="3282784"/>
              <a:ext cx="4853159" cy="107985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500" dirty="0"/>
                <a:t>답변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81473C7-9426-CDC8-B99A-BC73CE9EADB0}"/>
                </a:ext>
              </a:extLst>
            </p:cNvPr>
            <p:cNvSpPr/>
            <p:nvPr/>
          </p:nvSpPr>
          <p:spPr>
            <a:xfrm>
              <a:off x="4058568" y="4648852"/>
              <a:ext cx="4297148" cy="29717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1500" dirty="0"/>
                <a:t>질문</a:t>
              </a:r>
              <a:r>
                <a:rPr lang="en-US" altLang="ko-KR" sz="1500" dirty="0"/>
                <a:t>2</a:t>
              </a:r>
              <a:endParaRPr lang="ko-KR" altLang="en-US" sz="1500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22119452-9218-FFF3-EDC5-FC2DE8D40622}"/>
                </a:ext>
              </a:extLst>
            </p:cNvPr>
            <p:cNvSpPr/>
            <p:nvPr/>
          </p:nvSpPr>
          <p:spPr>
            <a:xfrm>
              <a:off x="2349574" y="5345690"/>
              <a:ext cx="4853158" cy="2841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500" dirty="0"/>
                <a:t>답변</a:t>
              </a:r>
              <a:r>
                <a:rPr lang="en-US" altLang="ko-KR" sz="1500" dirty="0"/>
                <a:t>2</a:t>
              </a:r>
              <a:endParaRPr lang="ko-KR" altLang="en-US" sz="1500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407DC77-362A-E3C1-033C-D7A14DEF42CA}"/>
                </a:ext>
              </a:extLst>
            </p:cNvPr>
            <p:cNvSpPr/>
            <p:nvPr/>
          </p:nvSpPr>
          <p:spPr>
            <a:xfrm>
              <a:off x="2349573" y="6195956"/>
              <a:ext cx="6006141" cy="2841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500" dirty="0"/>
                <a:t>메시지를 입력하세요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4E1BC809-61EC-13FB-923A-64A4A551BE5C}"/>
                </a:ext>
              </a:extLst>
            </p:cNvPr>
            <p:cNvSpPr/>
            <p:nvPr/>
          </p:nvSpPr>
          <p:spPr>
            <a:xfrm>
              <a:off x="7658100" y="6186944"/>
              <a:ext cx="698357" cy="29313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dirty="0">
                  <a:solidFill>
                    <a:schemeClr val="bg1"/>
                  </a:solidFill>
                </a:rPr>
                <a:t>보내기</a:t>
              </a:r>
            </a:p>
          </p:txBody>
        </p:sp>
      </p:grp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1F067D13-99B7-BBDE-4E5F-640156517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756500"/>
              </p:ext>
            </p:extLst>
          </p:nvPr>
        </p:nvGraphicFramePr>
        <p:xfrm>
          <a:off x="12924000" y="2952000"/>
          <a:ext cx="4664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371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353521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</a:tbl>
          </a:graphicData>
        </a:graphic>
      </p:graphicFrame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AE4E3A5F-CBD4-0F89-0785-85997801FFFF}"/>
              </a:ext>
            </a:extLst>
          </p:cNvPr>
          <p:cNvSpPr/>
          <p:nvPr/>
        </p:nvSpPr>
        <p:spPr>
          <a:xfrm>
            <a:off x="2165586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3EBC3D11-0FFB-F0F6-E607-CC5953FC1123}"/>
              </a:ext>
            </a:extLst>
          </p:cNvPr>
          <p:cNvSpPr/>
          <p:nvPr/>
        </p:nvSpPr>
        <p:spPr>
          <a:xfrm>
            <a:off x="4633150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0" name="순서도: 연결자 49">
            <a:extLst>
              <a:ext uri="{FF2B5EF4-FFF2-40B4-BE49-F238E27FC236}">
                <a16:creationId xmlns:a16="http://schemas.microsoft.com/office/drawing/2014/main" id="{C9D234EF-4940-96CE-2DB1-1DDF6E421A1F}"/>
              </a:ext>
            </a:extLst>
          </p:cNvPr>
          <p:cNvSpPr/>
          <p:nvPr/>
        </p:nvSpPr>
        <p:spPr>
          <a:xfrm>
            <a:off x="630215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5D9E9A3F-73E1-837D-3BC0-6504A22DD130}"/>
              </a:ext>
            </a:extLst>
          </p:cNvPr>
          <p:cNvSpPr/>
          <p:nvPr/>
        </p:nvSpPr>
        <p:spPr>
          <a:xfrm>
            <a:off x="9957542" y="274509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DD9C9AEE-1240-FFA9-16C5-598EA68DA427}"/>
              </a:ext>
            </a:extLst>
          </p:cNvPr>
          <p:cNvSpPr/>
          <p:nvPr/>
        </p:nvSpPr>
        <p:spPr>
          <a:xfrm>
            <a:off x="1107728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9BAF2B89-75D8-20A4-05A4-273B579DD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138240"/>
              </p:ext>
            </p:extLst>
          </p:nvPr>
        </p:nvGraphicFramePr>
        <p:xfrm>
          <a:off x="12924000" y="2952000"/>
          <a:ext cx="4641560" cy="969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468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COMJSH</a:t>
                      </a:r>
                      <a:r>
                        <a:rPr lang="ko-KR" altLang="en-US" dirty="0"/>
                        <a:t>문구 클릭 시 초기 </a:t>
                      </a:r>
                      <a:r>
                        <a:rPr lang="ko-KR" altLang="en-US" dirty="0" err="1"/>
                        <a:t>메인화면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후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채팅 창 화면</a:t>
                      </a:r>
                      <a:r>
                        <a:rPr lang="en-US" altLang="ko-KR" dirty="0"/>
                        <a:t>(1)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종목 분석 창 화면으로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32754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해당 버튼 클릭 시 회원정보 수정 화면으로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71327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해당 버튼 클릭 시 로그아웃 한 후  초기 </a:t>
                      </a:r>
                      <a:r>
                        <a:rPr lang="ko-KR" altLang="en-US" dirty="0" err="1"/>
                        <a:t>메인화면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전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좌측 </a:t>
                      </a:r>
                      <a:r>
                        <a:rPr lang="ko-KR" altLang="en-US" dirty="0" err="1"/>
                        <a:t>채팅창</a:t>
                      </a:r>
                      <a:r>
                        <a:rPr lang="ko-KR" altLang="en-US" dirty="0"/>
                        <a:t> 이름 중 하나를 클릭 시 해당 </a:t>
                      </a:r>
                      <a:r>
                        <a:rPr lang="ko-KR" altLang="en-US" dirty="0" err="1"/>
                        <a:t>채팅창</a:t>
                      </a:r>
                      <a:r>
                        <a:rPr lang="ko-KR" altLang="en-US" dirty="0"/>
                        <a:t> 이름 색이 강조되며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채팅 창 화면</a:t>
                      </a:r>
                      <a:r>
                        <a:rPr lang="en-US" altLang="ko-KR" dirty="0"/>
                        <a:t>(2)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42583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새 채팅 클릭 시</a:t>
                      </a:r>
                      <a:r>
                        <a:rPr lang="en-US" altLang="ko-KR" dirty="0"/>
                        <a:t> AI </a:t>
                      </a:r>
                      <a:r>
                        <a:rPr lang="ko-KR" altLang="en-US" dirty="0"/>
                        <a:t>채팅 창 화면</a:t>
                      </a:r>
                      <a:r>
                        <a:rPr lang="en-US" altLang="ko-KR" dirty="0"/>
                        <a:t>(1)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80078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</a:t>
                      </a:r>
                      <a:r>
                        <a:rPr lang="ko-KR" altLang="en-US" dirty="0" err="1"/>
                        <a:t>채팅창</a:t>
                      </a:r>
                      <a:r>
                        <a:rPr lang="ko-KR" altLang="en-US" dirty="0"/>
                        <a:t> 이름이 표시된다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490258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사용자의 질문이 표시되는 말풍선이다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우측에 존재한다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75259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RAG(LLM)</a:t>
                      </a:r>
                      <a:r>
                        <a:rPr lang="ko-KR" altLang="en-US" dirty="0"/>
                        <a:t>의 답변이 표시되는 말풍선이다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좌측에 존재한다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0637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사용자가 질문을 입력하는 칸이다</a:t>
                      </a:r>
                      <a:r>
                        <a:rPr lang="en-US" altLang="ko-KR" dirty="0"/>
                        <a:t>. 12</a:t>
                      </a:r>
                      <a:r>
                        <a:rPr lang="ko-KR" altLang="en-US" dirty="0"/>
                        <a:t>번 버튼을 클릭하지 않고 </a:t>
                      </a:r>
                      <a:r>
                        <a:rPr lang="en-US" altLang="ko-KR" dirty="0"/>
                        <a:t>ENTER </a:t>
                      </a:r>
                      <a:r>
                        <a:rPr lang="ko-KR" altLang="en-US" dirty="0"/>
                        <a:t>키를 눌러도 질문을 보낼 수 있다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아무런 문구도 입력하지 않은 상태에서 </a:t>
                      </a:r>
                      <a:r>
                        <a:rPr lang="en-US" altLang="ko-KR" dirty="0"/>
                        <a:t>ENTER </a:t>
                      </a:r>
                      <a:r>
                        <a:rPr lang="ko-KR" altLang="en-US" dirty="0"/>
                        <a:t>클릭 시 작동하지 않는다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5294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사용자가 입력한 질문을 서버에 전달하는 칸이다</a:t>
                      </a:r>
                      <a:r>
                        <a:rPr lang="en-US" altLang="ko-KR" dirty="0"/>
                        <a:t>. 11</a:t>
                      </a:r>
                      <a:r>
                        <a:rPr lang="ko-KR" altLang="en-US" dirty="0"/>
                        <a:t>번 칸에 아무런 문구도 입력하지 않은 상태에선 해당 버튼이 비활성화된다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644487"/>
                  </a:ext>
                </a:extLst>
              </a:tr>
            </a:tbl>
          </a:graphicData>
        </a:graphic>
      </p:graphicFrame>
      <p:sp>
        <p:nvSpPr>
          <p:cNvPr id="54" name="순서도: 연결자 53">
            <a:extLst>
              <a:ext uri="{FF2B5EF4-FFF2-40B4-BE49-F238E27FC236}">
                <a16:creationId xmlns:a16="http://schemas.microsoft.com/office/drawing/2014/main" id="{B51E0EAE-F2F1-ED05-9156-204343EDF21D}"/>
              </a:ext>
            </a:extLst>
          </p:cNvPr>
          <p:cNvSpPr/>
          <p:nvPr/>
        </p:nvSpPr>
        <p:spPr>
          <a:xfrm>
            <a:off x="1994725" y="413336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55" name="순서도: 연결자 54">
            <a:extLst>
              <a:ext uri="{FF2B5EF4-FFF2-40B4-BE49-F238E27FC236}">
                <a16:creationId xmlns:a16="http://schemas.microsoft.com/office/drawing/2014/main" id="{EADAE4A7-F7AF-C5EA-E9F9-6992345F7E6A}"/>
              </a:ext>
            </a:extLst>
          </p:cNvPr>
          <p:cNvSpPr/>
          <p:nvPr/>
        </p:nvSpPr>
        <p:spPr>
          <a:xfrm>
            <a:off x="2028786" y="518180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56" name="순서도: 연결자 55">
            <a:extLst>
              <a:ext uri="{FF2B5EF4-FFF2-40B4-BE49-F238E27FC236}">
                <a16:creationId xmlns:a16="http://schemas.microsoft.com/office/drawing/2014/main" id="{0E1FF09F-6346-F385-8087-0F0767BBCD8F}"/>
              </a:ext>
            </a:extLst>
          </p:cNvPr>
          <p:cNvSpPr/>
          <p:nvPr/>
        </p:nvSpPr>
        <p:spPr>
          <a:xfrm>
            <a:off x="5797127" y="3819303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57" name="순서도: 연결자 56">
            <a:extLst>
              <a:ext uri="{FF2B5EF4-FFF2-40B4-BE49-F238E27FC236}">
                <a16:creationId xmlns:a16="http://schemas.microsoft.com/office/drawing/2014/main" id="{0369F5B4-774D-273A-701F-BE3AFFF35A21}"/>
              </a:ext>
            </a:extLst>
          </p:cNvPr>
          <p:cNvSpPr/>
          <p:nvPr/>
        </p:nvSpPr>
        <p:spPr>
          <a:xfrm>
            <a:off x="12045949" y="434190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58" name="순서도: 연결자 57">
            <a:extLst>
              <a:ext uri="{FF2B5EF4-FFF2-40B4-BE49-F238E27FC236}">
                <a16:creationId xmlns:a16="http://schemas.microsoft.com/office/drawing/2014/main" id="{9F0AB24A-9B87-CB02-DD61-3DF28225FAD1}"/>
              </a:ext>
            </a:extLst>
          </p:cNvPr>
          <p:cNvSpPr/>
          <p:nvPr/>
        </p:nvSpPr>
        <p:spPr>
          <a:xfrm>
            <a:off x="4811354" y="54239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59" name="순서도: 연결자 58">
            <a:extLst>
              <a:ext uri="{FF2B5EF4-FFF2-40B4-BE49-F238E27FC236}">
                <a16:creationId xmlns:a16="http://schemas.microsoft.com/office/drawing/2014/main" id="{9967E289-9F5C-E2C4-DFC9-715F0856F3F7}"/>
              </a:ext>
            </a:extLst>
          </p:cNvPr>
          <p:cNvSpPr/>
          <p:nvPr/>
        </p:nvSpPr>
        <p:spPr>
          <a:xfrm>
            <a:off x="4703579" y="863565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60" name="순서도: 연결자 59">
            <a:extLst>
              <a:ext uri="{FF2B5EF4-FFF2-40B4-BE49-F238E27FC236}">
                <a16:creationId xmlns:a16="http://schemas.microsoft.com/office/drawing/2014/main" id="{A782D49E-221D-343E-DBFD-1F479B1BC605}"/>
              </a:ext>
            </a:extLst>
          </p:cNvPr>
          <p:cNvSpPr/>
          <p:nvPr/>
        </p:nvSpPr>
        <p:spPr>
          <a:xfrm>
            <a:off x="11283635" y="858736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9106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C5FCD-248F-2CD7-950E-C1C0960E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51FA704-52CD-276E-2C92-BBAC2E177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F7157BE-F862-61F2-332B-7C203E776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30CFFE8-B33D-6124-6031-37E9C8731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7AAB19A-B1C1-2223-A2DF-A1F51DA3F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757DB113-F684-E64A-D4DA-61B01A54C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A5D9D3F7-65F2-9669-019E-42BC16BF0749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FE97372-C49B-D903-6DAF-38905742BFBF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AI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종목 분석 창 화면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D3795DC-2A15-FCDF-DF88-DC7A8C8D9B9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1849EBBA-0DE9-8A0D-511E-E65D3BB0329C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34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CB82C11-3F9D-0DE2-63BF-CB7DAF1B8264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F618B1EE-C076-47AD-BE84-49B849D6C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77DE89C0-B8C0-9D23-2541-E7933BB6A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3F468EF1-2949-C227-F82A-5CD404F416E6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748A6419-AF01-F730-7080-78ADE2F29402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8B1BDC7A-9136-4D11-E385-8CBEEBDCECFC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AF9718D5-E042-8B43-993E-F5E3EB2C296A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E580B969-29EE-5AF3-6FC1-C73B04C14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4CF3F943-39BD-A41A-6FE8-399A490BFE41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2FCDBA43-55A2-B7BE-7E04-727871C5F3B3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C259676A-9EBF-9749-8FE2-91F3322BDC61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EAE0E83F-34CF-9F7D-1094-6DDE3DC96D88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C5558B6-CFC5-4EB1-73DA-E2D278C446AD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42900" y="1038225"/>
            <a:chExt cx="8210550" cy="55816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E4DDAB7-9694-0409-1CE1-494AB817FFB7}"/>
                </a:ext>
              </a:extLst>
            </p:cNvPr>
            <p:cNvSpPr/>
            <p:nvPr/>
          </p:nvSpPr>
          <p:spPr>
            <a:xfrm>
              <a:off x="342900" y="1038225"/>
              <a:ext cx="8210550" cy="558164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59411AA-5EFF-64F8-BF54-4917D83E5993}"/>
                </a:ext>
              </a:extLst>
            </p:cNvPr>
            <p:cNvGrpSpPr/>
            <p:nvPr/>
          </p:nvGrpSpPr>
          <p:grpSpPr>
            <a:xfrm>
              <a:off x="342900" y="1038225"/>
              <a:ext cx="8210550" cy="608528"/>
              <a:chOff x="333375" y="1357849"/>
              <a:chExt cx="8210550" cy="60852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2B05B54D-9F1E-2A3F-39CE-BFCE02A96C84}"/>
                  </a:ext>
                </a:extLst>
              </p:cNvPr>
              <p:cNvSpPr/>
              <p:nvPr/>
            </p:nvSpPr>
            <p:spPr>
              <a:xfrm>
                <a:off x="333375" y="1357849"/>
                <a:ext cx="8210550" cy="60852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F89294-A7EE-2519-F57E-7E9DC249BA64}"/>
                  </a:ext>
                </a:extLst>
              </p:cNvPr>
              <p:cNvSpPr txBox="1"/>
              <p:nvPr/>
            </p:nvSpPr>
            <p:spPr>
              <a:xfrm>
                <a:off x="408907" y="1398628"/>
                <a:ext cx="177298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000" b="1" dirty="0"/>
                  <a:t>COMJSH</a:t>
                </a:r>
                <a:endParaRPr lang="ko-KR" altLang="en-US" sz="3000" b="1" dirty="0"/>
              </a:p>
            </p:txBody>
          </p:sp>
          <p:sp>
            <p:nvSpPr>
              <p:cNvPr id="10" name="말풍선: 사각형 9">
                <a:extLst>
                  <a:ext uri="{FF2B5EF4-FFF2-40B4-BE49-F238E27FC236}">
                    <a16:creationId xmlns:a16="http://schemas.microsoft.com/office/drawing/2014/main" id="{20DCA83E-9FFF-1999-FA7C-FB7CCFAE4FFA}"/>
                  </a:ext>
                </a:extLst>
              </p:cNvPr>
              <p:cNvSpPr/>
              <p:nvPr/>
            </p:nvSpPr>
            <p:spPr>
              <a:xfrm>
                <a:off x="2486844" y="1547813"/>
                <a:ext cx="304800" cy="228600"/>
              </a:xfrm>
              <a:prstGeom prst="wedgeRectCallou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6292D7-551C-545C-0AD7-F967602A05B3}"/>
                  </a:ext>
                </a:extLst>
              </p:cNvPr>
              <p:cNvSpPr txBox="1"/>
              <p:nvPr/>
            </p:nvSpPr>
            <p:spPr>
              <a:xfrm>
                <a:off x="2791644" y="1477447"/>
                <a:ext cx="9621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/>
                  <a:t>AI </a:t>
                </a:r>
                <a:r>
                  <a:rPr lang="ko-KR" altLang="en-US" b="1" dirty="0"/>
                  <a:t>채팅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F4FBB0-0441-D74F-D6A3-B72EF5B29C57}"/>
                  </a:ext>
                </a:extLst>
              </p:cNvPr>
              <p:cNvSpPr txBox="1"/>
              <p:nvPr/>
            </p:nvSpPr>
            <p:spPr>
              <a:xfrm>
                <a:off x="3753767" y="1477447"/>
                <a:ext cx="533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/>
                  <a:t>🔍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AA6661-14F8-D197-B169-899CEBDD4D31}"/>
                  </a:ext>
                </a:extLst>
              </p:cNvPr>
              <p:cNvSpPr txBox="1"/>
              <p:nvPr/>
            </p:nvSpPr>
            <p:spPr>
              <a:xfrm>
                <a:off x="4058567" y="1477447"/>
                <a:ext cx="1423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/>
                  <a:t>AI </a:t>
                </a:r>
                <a:r>
                  <a:rPr lang="ko-KR" altLang="en-US" b="1" dirty="0"/>
                  <a:t>종목분석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EB604EB-FEC4-9C35-D9A0-DFE83A8DB7DF}"/>
                  </a:ext>
                </a:extLst>
              </p:cNvPr>
              <p:cNvSpPr/>
              <p:nvPr/>
            </p:nvSpPr>
            <p:spPr>
              <a:xfrm>
                <a:off x="7369543" y="1515546"/>
                <a:ext cx="986172" cy="29313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>
                    <a:solidFill>
                      <a:schemeClr val="tx1"/>
                    </a:solidFill>
                  </a:rPr>
                  <a:t>로그아웃</a:t>
                </a:r>
                <a:endParaRPr lang="ko-KR" altLang="en-US" sz="15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9755BA79-C5EA-4BD4-A3AC-74E74C7EBF71}"/>
                  </a:ext>
                </a:extLst>
              </p:cNvPr>
              <p:cNvSpPr/>
              <p:nvPr/>
            </p:nvSpPr>
            <p:spPr>
              <a:xfrm>
                <a:off x="6600825" y="1515546"/>
                <a:ext cx="601908" cy="29313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dirty="0">
                    <a:solidFill>
                      <a:schemeClr val="tx1"/>
                    </a:solidFill>
                  </a:rPr>
                  <a:t>설정</a:t>
                </a:r>
              </a:p>
            </p:txBody>
          </p:sp>
        </p:grp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84C6ED8-7A34-F5A0-9C43-15E70159B1E0}"/>
                </a:ext>
              </a:extLst>
            </p:cNvPr>
            <p:cNvSpPr/>
            <p:nvPr/>
          </p:nvSpPr>
          <p:spPr>
            <a:xfrm>
              <a:off x="2372275" y="1783240"/>
              <a:ext cx="6076950" cy="9271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/>
                <a:t> </a:t>
              </a:r>
              <a:r>
                <a:rPr lang="ko-KR" altLang="en-US" sz="1700" dirty="0"/>
                <a:t>삼성전자 </a:t>
              </a:r>
              <a:r>
                <a:rPr lang="en-US" altLang="ko-KR" sz="1700" dirty="0"/>
                <a:t>| 005930</a:t>
              </a:r>
            </a:p>
            <a:p>
              <a:r>
                <a:rPr lang="ko-KR" altLang="en-US" sz="1000" dirty="0"/>
                <a:t>　</a:t>
              </a:r>
              <a:br>
                <a:rPr lang="en-US" altLang="ko-KR" sz="1800" dirty="0"/>
              </a:br>
              <a:r>
                <a:rPr lang="en-US" altLang="ko-KR" sz="1200" dirty="0"/>
                <a:t>EPS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4,091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| BPS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55,011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|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PER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14.91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| </a:t>
              </a:r>
              <a:r>
                <a:rPr lang="ko-KR" altLang="en-US" sz="1200" dirty="0"/>
                <a:t>업종</a:t>
              </a:r>
              <a:r>
                <a:rPr lang="en-US" altLang="ko-KR" sz="1200" dirty="0"/>
                <a:t>PER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17.85| PBR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1.11 | </a:t>
              </a:r>
              <a:r>
                <a:rPr lang="ko-KR" altLang="en-US" sz="1200" dirty="0"/>
                <a:t>현금배당수익</a:t>
              </a:r>
              <a:r>
                <a:rPr lang="en-US" altLang="ko-KR" sz="1200" dirty="0"/>
                <a:t>2.37%</a:t>
              </a:r>
              <a:endParaRPr lang="ko-KR" altLang="en-US" sz="1100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74D72324-A525-EBBA-0EC3-D3E48EE139F5}"/>
                </a:ext>
              </a:extLst>
            </p:cNvPr>
            <p:cNvSpPr/>
            <p:nvPr/>
          </p:nvSpPr>
          <p:spPr>
            <a:xfrm>
              <a:off x="2372275" y="2843690"/>
              <a:ext cx="6076950" cy="2667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/>
                <a:t>삼성전자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위기론 확산 속 신저가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713415C-10F6-9370-5809-52DF33E7D8CC}"/>
                </a:ext>
              </a:extLst>
            </p:cNvPr>
            <p:cNvSpPr/>
            <p:nvPr/>
          </p:nvSpPr>
          <p:spPr>
            <a:xfrm>
              <a:off x="2372275" y="3135790"/>
              <a:ext cx="6076950" cy="2667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삼성전자</a:t>
              </a:r>
              <a:r>
                <a:rPr lang="en-US" altLang="ko-KR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, TSMC</a:t>
              </a:r>
              <a:r>
                <a:rPr lang="ko-KR" altLang="en-US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와 엎치락뒤치락</a:t>
              </a:r>
              <a:r>
                <a:rPr lang="en-US" altLang="ko-KR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… 3</a:t>
              </a:r>
              <a:r>
                <a:rPr lang="ko-KR" altLang="en-US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분기 반도체 매출 </a:t>
              </a:r>
              <a:r>
                <a:rPr lang="en-US" altLang="ko-KR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1</a:t>
              </a:r>
              <a:r>
                <a:rPr lang="ko-KR" altLang="en-US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위 </a:t>
              </a:r>
              <a:r>
                <a:rPr lang="ko-KR" altLang="en-US" sz="1400" i="0" dirty="0" err="1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내줄듯</a:t>
              </a:r>
              <a:endParaRPr lang="ko-KR" altLang="en-US" sz="1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9ADC32B-73E6-B81D-3C6F-E663486C06CA}"/>
                </a:ext>
              </a:extLst>
            </p:cNvPr>
            <p:cNvSpPr/>
            <p:nvPr/>
          </p:nvSpPr>
          <p:spPr>
            <a:xfrm>
              <a:off x="2372275" y="3427890"/>
              <a:ext cx="6076950" cy="2667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/>
                <a:t>“</a:t>
              </a:r>
              <a:r>
                <a:rPr lang="en-US" altLang="ko-KR" sz="1400" dirty="0"/>
                <a:t>AI </a:t>
              </a:r>
              <a:r>
                <a:rPr lang="ko-KR" altLang="en-US" sz="1400" dirty="0"/>
                <a:t>반도체 고객 요구에 대응 </a:t>
              </a:r>
              <a:r>
                <a:rPr lang="ko-KR" altLang="en-US" sz="1400" dirty="0" err="1"/>
                <a:t>안한</a:t>
              </a:r>
              <a:r>
                <a:rPr lang="ko-KR" altLang="en-US" sz="1400" dirty="0"/>
                <a:t> 삼성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시대 변화 못 읽었다”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BAE601D-6416-430C-6DDA-E10F87D0B285}"/>
                </a:ext>
              </a:extLst>
            </p:cNvPr>
            <p:cNvSpPr/>
            <p:nvPr/>
          </p:nvSpPr>
          <p:spPr>
            <a:xfrm>
              <a:off x="568993" y="1783240"/>
              <a:ext cx="1428750" cy="5588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/>
                <a:t>  삼성전자</a:t>
              </a:r>
              <a:endParaRPr lang="en-US" altLang="ko-KR" sz="1100" dirty="0"/>
            </a:p>
            <a:p>
              <a:r>
                <a:rPr lang="en-US" altLang="ko-KR" sz="1100" dirty="0"/>
                <a:t>  1000</a:t>
              </a:r>
              <a:r>
                <a:rPr lang="ko-KR" altLang="en-US" sz="1100" dirty="0"/>
                <a:t>주 </a:t>
              </a:r>
              <a:endParaRPr lang="en-US" altLang="ko-KR" sz="1100" dirty="0"/>
            </a:p>
            <a:p>
              <a:r>
                <a:rPr lang="en-US" altLang="ko-KR" sz="1100" dirty="0">
                  <a:solidFill>
                    <a:schemeClr val="bg1"/>
                  </a:solidFill>
                </a:rPr>
                <a:t> +300,000\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5D0320B-E842-AEA5-509C-E55E4406D364}"/>
                </a:ext>
              </a:extLst>
            </p:cNvPr>
            <p:cNvSpPr/>
            <p:nvPr/>
          </p:nvSpPr>
          <p:spPr>
            <a:xfrm>
              <a:off x="568993" y="2413477"/>
              <a:ext cx="1428750" cy="5588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/>
                <a:t> </a:t>
              </a:r>
              <a:r>
                <a:rPr lang="en-US" altLang="ko-KR" sz="1100" dirty="0"/>
                <a:t>LG</a:t>
              </a:r>
              <a:r>
                <a:rPr lang="ko-KR" altLang="en-US" sz="1100" dirty="0"/>
                <a:t>전자</a:t>
              </a:r>
              <a:endParaRPr lang="en-US" altLang="ko-KR" sz="1100" dirty="0"/>
            </a:p>
            <a:p>
              <a:r>
                <a:rPr lang="en-US" altLang="ko-KR" sz="1100" dirty="0"/>
                <a:t>  1000</a:t>
              </a:r>
              <a:r>
                <a:rPr lang="ko-KR" altLang="en-US" sz="1100" dirty="0"/>
                <a:t>주 </a:t>
              </a:r>
              <a:endParaRPr lang="en-US" altLang="ko-KR" sz="1100" dirty="0"/>
            </a:p>
            <a:p>
              <a:r>
                <a:rPr lang="en-US" altLang="ko-KR" sz="1100" dirty="0">
                  <a:solidFill>
                    <a:schemeClr val="bg1"/>
                  </a:solidFill>
                </a:rPr>
                <a:t> </a:t>
              </a:r>
              <a:r>
                <a:rPr lang="en-US" altLang="ko-KR" sz="1100" dirty="0">
                  <a:solidFill>
                    <a:srgbClr val="FF0000"/>
                  </a:solidFill>
                </a:rPr>
                <a:t>-300,000\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C89A5A1-8597-FC84-6701-BCB6BF81E67A}"/>
                </a:ext>
              </a:extLst>
            </p:cNvPr>
            <p:cNvSpPr/>
            <p:nvPr/>
          </p:nvSpPr>
          <p:spPr>
            <a:xfrm>
              <a:off x="568993" y="3043714"/>
              <a:ext cx="1428750" cy="5588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7A341F7-B9AF-39B9-568A-0810960DE360}"/>
                </a:ext>
              </a:extLst>
            </p:cNvPr>
            <p:cNvSpPr/>
            <p:nvPr/>
          </p:nvSpPr>
          <p:spPr>
            <a:xfrm>
              <a:off x="2080292" y="1783240"/>
              <a:ext cx="111126" cy="470328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CCBF008-EEF4-BAEE-1EF3-E956E858C792}"/>
                </a:ext>
              </a:extLst>
            </p:cNvPr>
            <p:cNvSpPr/>
            <p:nvPr/>
          </p:nvSpPr>
          <p:spPr>
            <a:xfrm>
              <a:off x="2089818" y="6136165"/>
              <a:ext cx="101600" cy="34925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63D09DC-F12C-915D-4431-3C6B35E57DFB}"/>
                </a:ext>
              </a:extLst>
            </p:cNvPr>
            <p:cNvSpPr/>
            <p:nvPr/>
          </p:nvSpPr>
          <p:spPr>
            <a:xfrm>
              <a:off x="1123950" y="3151664"/>
              <a:ext cx="342900" cy="3429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+</a:t>
              </a:r>
              <a:endParaRPr lang="ko-KR" altLang="en-US" dirty="0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597880F3-025E-F408-D1C8-528D61A51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62691"/>
            <a:stretch/>
          </p:blipFill>
          <p:spPr>
            <a:xfrm>
              <a:off x="2372275" y="3782387"/>
              <a:ext cx="5866850" cy="27030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C94D262-FE88-FD7F-6EB5-B85B355F5F06}"/>
                </a:ext>
              </a:extLst>
            </p:cNvPr>
            <p:cNvSpPr/>
            <p:nvPr/>
          </p:nvSpPr>
          <p:spPr>
            <a:xfrm>
              <a:off x="8286750" y="3782387"/>
              <a:ext cx="111126" cy="270413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ADEEBEA-A7D0-E0BC-CD8B-55ACDA4B4BB0}"/>
                </a:ext>
              </a:extLst>
            </p:cNvPr>
            <p:cNvSpPr/>
            <p:nvPr/>
          </p:nvSpPr>
          <p:spPr>
            <a:xfrm>
              <a:off x="8286750" y="3796377"/>
              <a:ext cx="100014" cy="101374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300A0869-39F3-00C6-86AD-B255B968781D}"/>
              </a:ext>
            </a:extLst>
          </p:cNvPr>
          <p:cNvSpPr/>
          <p:nvPr/>
        </p:nvSpPr>
        <p:spPr>
          <a:xfrm>
            <a:off x="2165586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47F85B8A-D484-B003-44B8-8383E46B782F}"/>
              </a:ext>
            </a:extLst>
          </p:cNvPr>
          <p:cNvSpPr/>
          <p:nvPr/>
        </p:nvSpPr>
        <p:spPr>
          <a:xfrm>
            <a:off x="4633150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0" name="순서도: 연결자 49">
            <a:extLst>
              <a:ext uri="{FF2B5EF4-FFF2-40B4-BE49-F238E27FC236}">
                <a16:creationId xmlns:a16="http://schemas.microsoft.com/office/drawing/2014/main" id="{0DE4FE92-22E4-8E3C-090E-FAC1050574E2}"/>
              </a:ext>
            </a:extLst>
          </p:cNvPr>
          <p:cNvSpPr/>
          <p:nvPr/>
        </p:nvSpPr>
        <p:spPr>
          <a:xfrm>
            <a:off x="630215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D0CF11BD-FD44-8902-64E2-ACDC9E958256}"/>
              </a:ext>
            </a:extLst>
          </p:cNvPr>
          <p:cNvSpPr/>
          <p:nvPr/>
        </p:nvSpPr>
        <p:spPr>
          <a:xfrm>
            <a:off x="9957542" y="274509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B685C4C0-82C2-421B-E24F-6D6D3A2FEB8C}"/>
              </a:ext>
            </a:extLst>
          </p:cNvPr>
          <p:cNvSpPr/>
          <p:nvPr/>
        </p:nvSpPr>
        <p:spPr>
          <a:xfrm>
            <a:off x="1107728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780AED38-3453-6D77-E576-A0805C0FB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872498"/>
              </p:ext>
            </p:extLst>
          </p:nvPr>
        </p:nvGraphicFramePr>
        <p:xfrm>
          <a:off x="12924000" y="2952000"/>
          <a:ext cx="4641560" cy="878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468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COMJSH</a:t>
                      </a:r>
                      <a:r>
                        <a:rPr lang="ko-KR" altLang="en-US" dirty="0"/>
                        <a:t>문구 클릭 시 초기 </a:t>
                      </a:r>
                      <a:r>
                        <a:rPr lang="ko-KR" altLang="en-US" dirty="0" err="1"/>
                        <a:t>메인화면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후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채팅 창 화면</a:t>
                      </a:r>
                      <a:r>
                        <a:rPr lang="en-US" altLang="ko-KR" dirty="0"/>
                        <a:t>(1)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종목 분석 창 화면으로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32754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해당 버튼 클릭 시 회원정보 수정 화면으로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71327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해당 버튼 클릭 시 로그아웃 한 후  초기 </a:t>
                      </a:r>
                      <a:r>
                        <a:rPr lang="ko-KR" altLang="en-US" dirty="0" err="1"/>
                        <a:t>메인화면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전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좌측 종목 중 하나를 클릭 시 해당 종목 박스 색이 강조되며 해당 종목 분석 창으로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42583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새로운 종목을 추가하는 창이다</a:t>
                      </a:r>
                      <a:r>
                        <a:rPr lang="en-US" altLang="ko-KR" dirty="0"/>
                        <a:t>. +</a:t>
                      </a:r>
                      <a:r>
                        <a:rPr lang="ko-KR" altLang="en-US" dirty="0"/>
                        <a:t>를 누를 시 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종목 추가 창 </a:t>
                      </a:r>
                      <a:r>
                        <a:rPr lang="ko-KR" altLang="en-US" dirty="0" err="1"/>
                        <a:t>모달</a:t>
                      </a:r>
                      <a:r>
                        <a:rPr lang="ko-KR" altLang="en-US" dirty="0"/>
                        <a:t> 팝업을 출력한다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80078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선택한 종목의 이름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종목코드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주요 데이터를 표시한다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490258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선택한 종목의 핵심 뉴스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개를 표시한다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박스 클릭 시 새 탭을 생성한 후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해당 뉴스 제목과 연결된 뉴스기사 사이트로 이동한다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75259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선택한 종목을 분석한 데이터를 표시한다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0637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해당 버튼</a:t>
                      </a:r>
                      <a:r>
                        <a:rPr lang="en-US" altLang="ko-KR" dirty="0"/>
                        <a:t>(…)</a:t>
                      </a:r>
                      <a:r>
                        <a:rPr lang="ko-KR" altLang="en-US" dirty="0"/>
                        <a:t> 클릭 시 종목 수정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종목 삭제 선택창을 출력한다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52940"/>
                  </a:ext>
                </a:extLst>
              </a:tr>
            </a:tbl>
          </a:graphicData>
        </a:graphic>
      </p:graphicFrame>
      <p:sp>
        <p:nvSpPr>
          <p:cNvPr id="54" name="순서도: 연결자 53">
            <a:extLst>
              <a:ext uri="{FF2B5EF4-FFF2-40B4-BE49-F238E27FC236}">
                <a16:creationId xmlns:a16="http://schemas.microsoft.com/office/drawing/2014/main" id="{161146A5-CEF7-B971-DC21-35116E265808}"/>
              </a:ext>
            </a:extLst>
          </p:cNvPr>
          <p:cNvSpPr/>
          <p:nvPr/>
        </p:nvSpPr>
        <p:spPr>
          <a:xfrm>
            <a:off x="2309586" y="3455194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55" name="순서도: 연결자 54">
            <a:extLst>
              <a:ext uri="{FF2B5EF4-FFF2-40B4-BE49-F238E27FC236}">
                <a16:creationId xmlns:a16="http://schemas.microsoft.com/office/drawing/2014/main" id="{CED4D281-3D2E-2D45-AD7F-4161044DCDD8}"/>
              </a:ext>
            </a:extLst>
          </p:cNvPr>
          <p:cNvSpPr/>
          <p:nvPr/>
        </p:nvSpPr>
        <p:spPr>
          <a:xfrm>
            <a:off x="2320521" y="5275453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56" name="순서도: 연결자 55">
            <a:extLst>
              <a:ext uri="{FF2B5EF4-FFF2-40B4-BE49-F238E27FC236}">
                <a16:creationId xmlns:a16="http://schemas.microsoft.com/office/drawing/2014/main" id="{15355EFB-F788-273D-296F-36437EF403BE}"/>
              </a:ext>
            </a:extLst>
          </p:cNvPr>
          <p:cNvSpPr/>
          <p:nvPr/>
        </p:nvSpPr>
        <p:spPr>
          <a:xfrm>
            <a:off x="4937950" y="3517965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57" name="순서도: 연결자 56">
            <a:extLst>
              <a:ext uri="{FF2B5EF4-FFF2-40B4-BE49-F238E27FC236}">
                <a16:creationId xmlns:a16="http://schemas.microsoft.com/office/drawing/2014/main" id="{054AD7D5-3842-F664-76AC-0211DF6557B9}"/>
              </a:ext>
            </a:extLst>
          </p:cNvPr>
          <p:cNvSpPr/>
          <p:nvPr/>
        </p:nvSpPr>
        <p:spPr>
          <a:xfrm>
            <a:off x="4543864" y="482848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58" name="순서도: 연결자 57">
            <a:extLst>
              <a:ext uri="{FF2B5EF4-FFF2-40B4-BE49-F238E27FC236}">
                <a16:creationId xmlns:a16="http://schemas.microsoft.com/office/drawing/2014/main" id="{D59D3F84-3E2E-B5CB-00B9-BB07D2A6730A}"/>
              </a:ext>
            </a:extLst>
          </p:cNvPr>
          <p:cNvSpPr/>
          <p:nvPr/>
        </p:nvSpPr>
        <p:spPr>
          <a:xfrm>
            <a:off x="4645924" y="608546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31E307-6C3C-E7C5-1854-912B104C3BC9}"/>
              </a:ext>
            </a:extLst>
          </p:cNvPr>
          <p:cNvSpPr txBox="1"/>
          <p:nvPr/>
        </p:nvSpPr>
        <p:spPr>
          <a:xfrm>
            <a:off x="4234702" y="373612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60" name="순서도: 연결자 59">
            <a:extLst>
              <a:ext uri="{FF2B5EF4-FFF2-40B4-BE49-F238E27FC236}">
                <a16:creationId xmlns:a16="http://schemas.microsoft.com/office/drawing/2014/main" id="{E96FA72E-9241-18C1-083A-EAAD040FC839}"/>
              </a:ext>
            </a:extLst>
          </p:cNvPr>
          <p:cNvSpPr/>
          <p:nvPr/>
        </p:nvSpPr>
        <p:spPr>
          <a:xfrm>
            <a:off x="3722656" y="353975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2270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D9CA6-A046-D412-431B-1CCB360A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F0D84DC-A6EF-EBB0-ACD1-631FE5659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BC25337-BF05-C9FE-D2D4-324AA00E0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68942FB-D613-C9F9-3FB8-0F8097307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F735E51-169D-66FA-7446-2042A6414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E2686EB8-7F67-E8C5-62DC-D4B4FCD65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88404500-9A92-D494-A7F4-E14CA7235665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DFC2695-7E5F-1442-5FB4-99977CD049DA}"/>
              </a:ext>
            </a:extLst>
          </p:cNvPr>
          <p:cNvSpPr txBox="1"/>
          <p:nvPr/>
        </p:nvSpPr>
        <p:spPr>
          <a:xfrm>
            <a:off x="8267700" y="2019300"/>
            <a:ext cx="7962900" cy="4183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종목 수정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&amp;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종목 삭제 선택창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,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채팅 삭제 </a:t>
            </a:r>
            <a:r>
              <a:rPr lang="ko-KR" altLang="en-US" sz="2500" spc="-100" dirty="0" err="1">
                <a:solidFill>
                  <a:srgbClr val="747EA7"/>
                </a:solidFill>
                <a:latin typeface="Pretendard Regular"/>
                <a:ea typeface="Pretendard Regular"/>
              </a:rPr>
              <a:t>경고창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8D538AE-C457-C5E9-35E8-30F0A9A73A8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709EA63D-72E7-B5D3-6BFB-DB553BB43968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35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3DA5F92-A4D9-FD10-DA24-66880AD9F2BB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B1E9F8D3-0FBC-729B-7D5A-90C4188E5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C9A904E1-4AA2-8DCA-967C-06B86547F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8DA6F7D8-9B4C-6084-7C30-F811F1790929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2FF399F3-5E34-5EDE-1D2C-3F0EBF941D47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289BB3A3-F6D0-9CB3-DA81-D92653E22AAA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6BDF06A8-45BD-A3FA-7A61-1DA938A8956F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668DB969-9999-208D-3FA4-456A76FFB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28BDF549-3402-32C4-215C-EE3A84940F09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8046A506-AEB4-D83F-C053-84C844197030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490506A6-CE41-F58C-3302-A19FB1B0BBF0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415849CB-7E66-7B8E-D1A7-27FB04E1D304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C79AE28C-A4EE-C7E3-4B4F-24984DB9D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62085"/>
              </p:ext>
            </p:extLst>
          </p:nvPr>
        </p:nvGraphicFramePr>
        <p:xfrm>
          <a:off x="12924000" y="2952000"/>
          <a:ext cx="4664892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00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종목 수정 문구 클릭 시 해당 종목의 종목 수정 창 </a:t>
                      </a:r>
                      <a:r>
                        <a:rPr lang="ko-KR" altLang="en-US" dirty="0" err="1"/>
                        <a:t>모달</a:t>
                      </a:r>
                      <a:r>
                        <a:rPr lang="ko-KR" altLang="en-US" dirty="0"/>
                        <a:t> 팝업을 출력한다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종목 삭제 문구 클릭 시 채팅 삭제 </a:t>
                      </a:r>
                      <a:r>
                        <a:rPr lang="ko-KR" altLang="en-US" dirty="0" err="1"/>
                        <a:t>경고창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모달</a:t>
                      </a:r>
                      <a:r>
                        <a:rPr lang="ko-KR" altLang="en-US" dirty="0"/>
                        <a:t> 팝업을 출력한다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채팅 삭제 </a:t>
                      </a:r>
                      <a:r>
                        <a:rPr lang="ko-KR" altLang="en-US" dirty="0" err="1"/>
                        <a:t>경고창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모달</a:t>
                      </a:r>
                      <a:r>
                        <a:rPr lang="ko-KR" altLang="en-US" dirty="0"/>
                        <a:t> 팝업이 사라진다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62378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버튼 클릭 시 해당 채팅창이 삭제되며 종목 수정 </a:t>
                      </a:r>
                      <a:r>
                        <a:rPr lang="en-US" altLang="ko-KR" dirty="0"/>
                        <a:t>&amp; </a:t>
                      </a:r>
                      <a:r>
                        <a:rPr lang="ko-KR" altLang="en-US" dirty="0"/>
                        <a:t>종목 삭제 선택창과 채팅 삭제 </a:t>
                      </a:r>
                      <a:r>
                        <a:rPr lang="ko-KR" altLang="en-US" dirty="0" err="1"/>
                        <a:t>경고창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모달</a:t>
                      </a:r>
                      <a:r>
                        <a:rPr lang="ko-KR" altLang="en-US" dirty="0"/>
                        <a:t> 팝업이 사라진다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23102"/>
                  </a:ext>
                </a:extLst>
              </a:tr>
            </a:tbl>
          </a:graphicData>
        </a:graphic>
      </p:graphicFrame>
      <p:sp>
        <p:nvSpPr>
          <p:cNvPr id="48" name="직사각형 47">
            <a:extLst>
              <a:ext uri="{FF2B5EF4-FFF2-40B4-BE49-F238E27FC236}">
                <a16:creationId xmlns:a16="http://schemas.microsoft.com/office/drawing/2014/main" id="{216F2D57-9781-3A9D-74B4-D792EC2B2B9D}"/>
              </a:ext>
            </a:extLst>
          </p:cNvPr>
          <p:cNvSpPr/>
          <p:nvPr/>
        </p:nvSpPr>
        <p:spPr>
          <a:xfrm>
            <a:off x="3972800" y="4796971"/>
            <a:ext cx="1589800" cy="1032329"/>
          </a:xfrm>
          <a:prstGeom prst="rect">
            <a:avLst/>
          </a:prstGeom>
          <a:solidFill>
            <a:srgbClr val="EEEC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946EB4-4CD0-C2AC-8265-98461999BF40}"/>
              </a:ext>
            </a:extLst>
          </p:cNvPr>
          <p:cNvSpPr txBox="1"/>
          <p:nvPr/>
        </p:nvSpPr>
        <p:spPr>
          <a:xfrm>
            <a:off x="4114800" y="4926568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종목 수정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F4290D-E7D4-E910-F267-1F03DCD45ECC}"/>
              </a:ext>
            </a:extLst>
          </p:cNvPr>
          <p:cNvSpPr txBox="1"/>
          <p:nvPr/>
        </p:nvSpPr>
        <p:spPr>
          <a:xfrm>
            <a:off x="4114800" y="5383768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종목 삭제</a:t>
            </a:r>
          </a:p>
        </p:txBody>
      </p:sp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210D5B87-C1FE-D8CC-0175-A3CF757D9E1A}"/>
              </a:ext>
            </a:extLst>
          </p:cNvPr>
          <p:cNvSpPr/>
          <p:nvPr/>
        </p:nvSpPr>
        <p:spPr>
          <a:xfrm>
            <a:off x="3541000" y="444189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5E42503E-D80A-BB51-E290-FB35863715B5}"/>
              </a:ext>
            </a:extLst>
          </p:cNvPr>
          <p:cNvSpPr/>
          <p:nvPr/>
        </p:nvSpPr>
        <p:spPr>
          <a:xfrm>
            <a:off x="3544866" y="520281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D779DF-3D52-18B8-F602-58B9C4CCC6E5}"/>
              </a:ext>
            </a:extLst>
          </p:cNvPr>
          <p:cNvSpPr/>
          <p:nvPr/>
        </p:nvSpPr>
        <p:spPr>
          <a:xfrm>
            <a:off x="3972800" y="6758602"/>
            <a:ext cx="5238346" cy="1813898"/>
          </a:xfrm>
          <a:prstGeom prst="rect">
            <a:avLst/>
          </a:prstGeom>
          <a:solidFill>
            <a:srgbClr val="EEEC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EA04EB-C30C-8769-329D-0587AEC3EB48}"/>
              </a:ext>
            </a:extLst>
          </p:cNvPr>
          <p:cNvSpPr txBox="1"/>
          <p:nvPr/>
        </p:nvSpPr>
        <p:spPr>
          <a:xfrm>
            <a:off x="4110929" y="6932395"/>
            <a:ext cx="34836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 b="1" dirty="0"/>
              <a:t>채팅을 </a:t>
            </a:r>
            <a:r>
              <a:rPr lang="ko-KR" altLang="en-US" sz="2200" b="1" dirty="0" err="1"/>
              <a:t>삭제하시겠습니까</a:t>
            </a:r>
            <a:r>
              <a:rPr lang="en-US" altLang="ko-KR" sz="2200" b="1" dirty="0"/>
              <a:t>?</a:t>
            </a:r>
            <a:endParaRPr lang="ko-KR" altLang="en-US" sz="2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426370-6548-A46B-254A-38847CC03531}"/>
              </a:ext>
            </a:extLst>
          </p:cNvPr>
          <p:cNvSpPr txBox="1"/>
          <p:nvPr/>
        </p:nvSpPr>
        <p:spPr>
          <a:xfrm>
            <a:off x="4034729" y="7363282"/>
            <a:ext cx="517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해당 채팅이 영구히 삭제되며 복구할 수 없습니다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5032470-248D-DCBE-50A3-31B3C626805F}"/>
              </a:ext>
            </a:extLst>
          </p:cNvPr>
          <p:cNvSpPr/>
          <p:nvPr/>
        </p:nvSpPr>
        <p:spPr>
          <a:xfrm>
            <a:off x="8535068" y="8231414"/>
            <a:ext cx="608932" cy="2931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F6FE80D-A04C-B2C0-F317-69D77999AE7C}"/>
              </a:ext>
            </a:extLst>
          </p:cNvPr>
          <p:cNvSpPr/>
          <p:nvPr/>
        </p:nvSpPr>
        <p:spPr>
          <a:xfrm>
            <a:off x="7822704" y="8231414"/>
            <a:ext cx="608932" cy="29313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60" name="순서도: 연결자 59">
            <a:extLst>
              <a:ext uri="{FF2B5EF4-FFF2-40B4-BE49-F238E27FC236}">
                <a16:creationId xmlns:a16="http://schemas.microsoft.com/office/drawing/2014/main" id="{F0170295-0ECB-313C-0242-3A14CFD91B46}"/>
              </a:ext>
            </a:extLst>
          </p:cNvPr>
          <p:cNvSpPr/>
          <p:nvPr/>
        </p:nvSpPr>
        <p:spPr>
          <a:xfrm>
            <a:off x="7289775" y="8305064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1" name="순서도: 연결자 60">
            <a:extLst>
              <a:ext uri="{FF2B5EF4-FFF2-40B4-BE49-F238E27FC236}">
                <a16:creationId xmlns:a16="http://schemas.microsoft.com/office/drawing/2014/main" id="{50711C01-0907-1BD5-C6D3-7CB86C35A00E}"/>
              </a:ext>
            </a:extLst>
          </p:cNvPr>
          <p:cNvSpPr/>
          <p:nvPr/>
        </p:nvSpPr>
        <p:spPr>
          <a:xfrm>
            <a:off x="9161844" y="824446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2175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D9CA6-A046-D412-431B-1CCB360A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F0D84DC-A6EF-EBB0-ACD1-631FE5659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BC25337-BF05-C9FE-D2D4-324AA00E0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68942FB-D613-C9F9-3FB8-0F8097307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F735E51-169D-66FA-7446-2042A6414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E2686EB8-7F67-E8C5-62DC-D4B4FCD65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88404500-9A92-D494-A7F4-E14CA7235665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DFC2695-7E5F-1442-5FB4-99977CD049DA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종목 추가 창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&amp;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종목 수정 창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8D538AE-C457-C5E9-35E8-30F0A9A73A8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709EA63D-72E7-B5D3-6BFB-DB553BB43968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35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3DA5F92-A4D9-FD10-DA24-66880AD9F2BB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B1E9F8D3-0FBC-729B-7D5A-90C4188E5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C9A904E1-4AA2-8DCA-967C-06B86547F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8DA6F7D8-9B4C-6084-7C30-F811F1790929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2FF399F3-5E34-5EDE-1D2C-3F0EBF941D47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289BB3A3-F6D0-9CB3-DA81-D92653E22AAA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6BDF06A8-45BD-A3FA-7A61-1DA938A8956F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668DB969-9999-208D-3FA4-456A76FFB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28BDF549-3402-32C4-215C-EE3A84940F09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8046A506-AEB4-D83F-C053-84C844197030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490506A6-CE41-F58C-3302-A19FB1B0BBF0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415849CB-7E66-7B8E-D1A7-27FB04E1D304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985EAD6-2B8C-BD98-FCA3-A468E3295484}"/>
              </a:ext>
            </a:extLst>
          </p:cNvPr>
          <p:cNvGrpSpPr/>
          <p:nvPr/>
        </p:nvGrpSpPr>
        <p:grpSpPr>
          <a:xfrm>
            <a:off x="2895600" y="3435350"/>
            <a:ext cx="4431299" cy="4114800"/>
            <a:chOff x="342901" y="2105025"/>
            <a:chExt cx="4431299" cy="41148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8651E2C-E36A-15DC-0852-2E1480BDE96B}"/>
                </a:ext>
              </a:extLst>
            </p:cNvPr>
            <p:cNvSpPr/>
            <p:nvPr/>
          </p:nvSpPr>
          <p:spPr>
            <a:xfrm>
              <a:off x="342901" y="2105025"/>
              <a:ext cx="4431299" cy="41148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97D063E-717B-8348-BF71-BF6E78D89C39}"/>
                </a:ext>
              </a:extLst>
            </p:cNvPr>
            <p:cNvSpPr txBox="1"/>
            <p:nvPr/>
          </p:nvSpPr>
          <p:spPr>
            <a:xfrm>
              <a:off x="805357" y="295537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/>
                <a:t>종목명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F96D65-C069-5C10-88F5-EAA0E08AFD6F}"/>
                </a:ext>
              </a:extLst>
            </p:cNvPr>
            <p:cNvSpPr txBox="1"/>
            <p:nvPr/>
          </p:nvSpPr>
          <p:spPr>
            <a:xfrm>
              <a:off x="804240" y="3879868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보유 주식 수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FA55FE4-E276-2E59-D704-70C21BEC95DF}"/>
                </a:ext>
              </a:extLst>
            </p:cNvPr>
            <p:cNvSpPr/>
            <p:nvPr/>
          </p:nvSpPr>
          <p:spPr>
            <a:xfrm>
              <a:off x="931353" y="3374308"/>
              <a:ext cx="2425186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2088E76-13CD-3668-1DFE-A5DD295F1307}"/>
                </a:ext>
              </a:extLst>
            </p:cNvPr>
            <p:cNvSpPr/>
            <p:nvPr/>
          </p:nvSpPr>
          <p:spPr>
            <a:xfrm>
              <a:off x="931353" y="4263430"/>
              <a:ext cx="2425186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8886358-CF3B-AAF6-7AE6-9D91DCB02BD8}"/>
                </a:ext>
              </a:extLst>
            </p:cNvPr>
            <p:cNvSpPr txBox="1"/>
            <p:nvPr/>
          </p:nvSpPr>
          <p:spPr>
            <a:xfrm>
              <a:off x="804240" y="480511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/>
                <a:t>평단가</a:t>
              </a:r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975E215-0B8F-F1D1-428A-059E3D1BA538}"/>
                </a:ext>
              </a:extLst>
            </p:cNvPr>
            <p:cNvSpPr/>
            <p:nvPr/>
          </p:nvSpPr>
          <p:spPr>
            <a:xfrm>
              <a:off x="931353" y="5188677"/>
              <a:ext cx="2425186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6133B19-0D01-7253-6BAA-9C05797FF1A8}"/>
                </a:ext>
              </a:extLst>
            </p:cNvPr>
            <p:cNvSpPr/>
            <p:nvPr/>
          </p:nvSpPr>
          <p:spPr>
            <a:xfrm>
              <a:off x="3871716" y="5726953"/>
              <a:ext cx="608932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확인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A5295AC-84BE-34CC-5D35-FE964A832538}"/>
                </a:ext>
              </a:extLst>
            </p:cNvPr>
            <p:cNvSpPr txBox="1"/>
            <p:nvPr/>
          </p:nvSpPr>
          <p:spPr>
            <a:xfrm>
              <a:off x="1768911" y="2397765"/>
              <a:ext cx="1539204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500" b="1" dirty="0"/>
                <a:t>종목 추가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C4D26E-0CB7-5627-7423-F706B16DB222}"/>
                </a:ext>
              </a:extLst>
            </p:cNvPr>
            <p:cNvSpPr txBox="1"/>
            <p:nvPr/>
          </p:nvSpPr>
          <p:spPr>
            <a:xfrm>
              <a:off x="3351830" y="421391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주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1D524D-8E3F-E4CA-262C-DFF0EEB9B177}"/>
                </a:ext>
              </a:extLst>
            </p:cNvPr>
            <p:cNvSpPr txBox="1"/>
            <p:nvPr/>
          </p:nvSpPr>
          <p:spPr>
            <a:xfrm>
              <a:off x="3351830" y="514273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원</a:t>
              </a:r>
            </a:p>
          </p:txBody>
        </p:sp>
      </p:grp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C79AE28C-A4EE-C7E3-4B4F-24984DB9D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618203"/>
              </p:ext>
            </p:extLst>
          </p:nvPr>
        </p:nvGraphicFramePr>
        <p:xfrm>
          <a:off x="12924000" y="2952000"/>
          <a:ext cx="4664892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00">
                  <a:extLst>
                    <a:ext uri="{9D8B030D-6E8A-4147-A177-3AD203B41FA5}">
                      <a16:colId xmlns:a16="http://schemas.microsoft.com/office/drawing/2014/main" val="3544909264"/>
                    </a:ext>
                  </a:extLst>
                </a:gridCol>
                <a:gridCol w="3949092">
                  <a:extLst>
                    <a:ext uri="{9D8B030D-6E8A-4147-A177-3AD203B41FA5}">
                      <a16:colId xmlns:a16="http://schemas.microsoft.com/office/drawing/2014/main" val="228938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89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종목 명을 선택하는 창이다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해당 창에 주식 종목명이나 주식 코드 입력 시 입력한 정보와 연관된 주식 종목을 아래에 출력한다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그 중 원하는 종목을 클릭하면 </a:t>
                      </a:r>
                      <a:r>
                        <a:rPr lang="ko-KR" altLang="en-US" dirty="0" err="1"/>
                        <a:t>종목명</a:t>
                      </a:r>
                      <a:r>
                        <a:rPr lang="ko-KR" altLang="en-US" dirty="0"/>
                        <a:t> 선택이 완료된다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92604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보유 주식 수를 입력하는 창이다</a:t>
                      </a:r>
                      <a:r>
                        <a:rPr lang="en-US" altLang="ko-KR" dirty="0"/>
                        <a:t>. Default </a:t>
                      </a:r>
                      <a:r>
                        <a:rPr lang="ko-KR" altLang="en-US" dirty="0"/>
                        <a:t>값은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이며 입력하지 않아도 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04339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평단가를 입력하는 창이다</a:t>
                      </a:r>
                      <a:r>
                        <a:rPr lang="en-US" altLang="ko-KR" dirty="0"/>
                        <a:t>. </a:t>
                      </a:r>
                      <a:r>
                        <a:rPr lang="en-US" altLang="ko-KR" dirty="0" err="1"/>
                        <a:t>Defalut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값은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이며 입력하지 않아도 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956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,2</a:t>
                      </a:r>
                      <a:r>
                        <a:rPr lang="ko-KR" altLang="en-US" dirty="0"/>
                        <a:t>번</a:t>
                      </a:r>
                      <a:r>
                        <a:rPr lang="en-US" altLang="ko-KR" dirty="0"/>
                        <a:t>,3</a:t>
                      </a:r>
                      <a:r>
                        <a:rPr lang="ko-KR" altLang="en-US" dirty="0"/>
                        <a:t>번을 양식에 맞게 작성한 후 해당 버튼을 클릭하면 종목 추가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종목 수정이 완료된다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만약 </a:t>
                      </a:r>
                      <a:r>
                        <a:rPr lang="ko-KR" altLang="en-US" dirty="0" err="1"/>
                        <a:t>종목명</a:t>
                      </a:r>
                      <a:r>
                        <a:rPr lang="ko-KR" altLang="en-US" dirty="0"/>
                        <a:t> 선택이 잘못됐을 경우 </a:t>
                      </a: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종목명을 정확히 입력해주세요</a:t>
                      </a:r>
                      <a:r>
                        <a:rPr lang="en-US" altLang="ko-KR" dirty="0"/>
                        <a:t>‘ </a:t>
                      </a:r>
                      <a:r>
                        <a:rPr lang="ko-KR" altLang="en-US" dirty="0"/>
                        <a:t>경고문을 출력한다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40037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DB23FEBE-B731-7EB6-C0A3-05D8FDCA48B8}"/>
              </a:ext>
            </a:extLst>
          </p:cNvPr>
          <p:cNvGrpSpPr/>
          <p:nvPr/>
        </p:nvGrpSpPr>
        <p:grpSpPr>
          <a:xfrm>
            <a:off x="7769725" y="3435350"/>
            <a:ext cx="4431299" cy="4114800"/>
            <a:chOff x="342901" y="2105025"/>
            <a:chExt cx="4431299" cy="4114800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43F0680-F144-9E95-4088-555319C53970}"/>
                </a:ext>
              </a:extLst>
            </p:cNvPr>
            <p:cNvSpPr/>
            <p:nvPr/>
          </p:nvSpPr>
          <p:spPr>
            <a:xfrm>
              <a:off x="342901" y="2105025"/>
              <a:ext cx="4431299" cy="41148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8420069-958C-58F4-E640-34F3631FD0B6}"/>
                </a:ext>
              </a:extLst>
            </p:cNvPr>
            <p:cNvSpPr txBox="1"/>
            <p:nvPr/>
          </p:nvSpPr>
          <p:spPr>
            <a:xfrm>
              <a:off x="805357" y="295537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/>
                <a:t>종목명</a:t>
              </a:r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D58325F-7454-E642-5AB1-08FD76C37BDC}"/>
                </a:ext>
              </a:extLst>
            </p:cNvPr>
            <p:cNvSpPr txBox="1"/>
            <p:nvPr/>
          </p:nvSpPr>
          <p:spPr>
            <a:xfrm>
              <a:off x="804240" y="3879868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보유 주식 수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3B5F0A6C-5E8C-6EF2-2120-9BFE4B4F753C}"/>
                </a:ext>
              </a:extLst>
            </p:cNvPr>
            <p:cNvSpPr/>
            <p:nvPr/>
          </p:nvSpPr>
          <p:spPr>
            <a:xfrm>
              <a:off x="931353" y="3374308"/>
              <a:ext cx="2425186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17009C0-EB27-7C88-B33A-1DBE61338E86}"/>
                </a:ext>
              </a:extLst>
            </p:cNvPr>
            <p:cNvSpPr/>
            <p:nvPr/>
          </p:nvSpPr>
          <p:spPr>
            <a:xfrm>
              <a:off x="931353" y="4263430"/>
              <a:ext cx="2425186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CA796C5-D793-6092-E965-BB734F662D24}"/>
                </a:ext>
              </a:extLst>
            </p:cNvPr>
            <p:cNvSpPr txBox="1"/>
            <p:nvPr/>
          </p:nvSpPr>
          <p:spPr>
            <a:xfrm>
              <a:off x="804240" y="480511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/>
                <a:t>평단가</a:t>
              </a:r>
              <a:endParaRPr lang="ko-KR" altLang="en-US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86A67ED9-101B-21AF-1423-1929C3E66D55}"/>
                </a:ext>
              </a:extLst>
            </p:cNvPr>
            <p:cNvSpPr/>
            <p:nvPr/>
          </p:nvSpPr>
          <p:spPr>
            <a:xfrm>
              <a:off x="931353" y="5188677"/>
              <a:ext cx="2425186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2DC43A8-146F-C2ED-1D60-0DE59012A870}"/>
                </a:ext>
              </a:extLst>
            </p:cNvPr>
            <p:cNvSpPr/>
            <p:nvPr/>
          </p:nvSpPr>
          <p:spPr>
            <a:xfrm>
              <a:off x="3871716" y="5726953"/>
              <a:ext cx="608932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확인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83D6445-15A6-40D3-1583-1DAE32A71615}"/>
                </a:ext>
              </a:extLst>
            </p:cNvPr>
            <p:cNvSpPr txBox="1"/>
            <p:nvPr/>
          </p:nvSpPr>
          <p:spPr>
            <a:xfrm>
              <a:off x="1768911" y="2397765"/>
              <a:ext cx="1539204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500" b="1" dirty="0"/>
                <a:t>종목 수정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DF0634E-00E3-C37E-F434-E4910DC9DE6C}"/>
                </a:ext>
              </a:extLst>
            </p:cNvPr>
            <p:cNvSpPr txBox="1"/>
            <p:nvPr/>
          </p:nvSpPr>
          <p:spPr>
            <a:xfrm>
              <a:off x="3351830" y="421391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주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EF46153-0719-0654-1FD5-AC30F479B7F0}"/>
                </a:ext>
              </a:extLst>
            </p:cNvPr>
            <p:cNvSpPr txBox="1"/>
            <p:nvPr/>
          </p:nvSpPr>
          <p:spPr>
            <a:xfrm>
              <a:off x="3351830" y="514273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원</a:t>
              </a:r>
            </a:p>
          </p:txBody>
        </p:sp>
      </p:grp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D4710093-EA3B-F6B3-324C-76BDE4BBA9E4}"/>
              </a:ext>
            </a:extLst>
          </p:cNvPr>
          <p:cNvSpPr/>
          <p:nvPr/>
        </p:nvSpPr>
        <p:spPr>
          <a:xfrm>
            <a:off x="2743200" y="4469367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B89BC3D3-BB45-DDC4-9384-FD9000558725}"/>
              </a:ext>
            </a:extLst>
          </p:cNvPr>
          <p:cNvSpPr/>
          <p:nvPr/>
        </p:nvSpPr>
        <p:spPr>
          <a:xfrm>
            <a:off x="7610551" y="4309281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B74556D8-34B3-4A30-6FAC-5B67994D751C}"/>
              </a:ext>
            </a:extLst>
          </p:cNvPr>
          <p:cNvSpPr/>
          <p:nvPr/>
        </p:nvSpPr>
        <p:spPr>
          <a:xfrm>
            <a:off x="7610551" y="530940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9" name="순서도: 연결자 78">
            <a:extLst>
              <a:ext uri="{FF2B5EF4-FFF2-40B4-BE49-F238E27FC236}">
                <a16:creationId xmlns:a16="http://schemas.microsoft.com/office/drawing/2014/main" id="{E9782842-D612-EDC7-3FF3-E684EFC4C969}"/>
              </a:ext>
            </a:extLst>
          </p:cNvPr>
          <p:cNvSpPr/>
          <p:nvPr/>
        </p:nvSpPr>
        <p:spPr>
          <a:xfrm>
            <a:off x="7610551" y="633764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80" name="순서도: 연결자 79">
            <a:extLst>
              <a:ext uri="{FF2B5EF4-FFF2-40B4-BE49-F238E27FC236}">
                <a16:creationId xmlns:a16="http://schemas.microsoft.com/office/drawing/2014/main" id="{C00B91A8-8AA2-E6FC-C9A6-AB28A6A5DCA1}"/>
              </a:ext>
            </a:extLst>
          </p:cNvPr>
          <p:cNvSpPr/>
          <p:nvPr/>
        </p:nvSpPr>
        <p:spPr>
          <a:xfrm>
            <a:off x="2707541" y="633764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81" name="순서도: 연결자 80">
            <a:extLst>
              <a:ext uri="{FF2B5EF4-FFF2-40B4-BE49-F238E27FC236}">
                <a16:creationId xmlns:a16="http://schemas.microsoft.com/office/drawing/2014/main" id="{47026BFB-3A59-E1AF-109C-B760529CD6DD}"/>
              </a:ext>
            </a:extLst>
          </p:cNvPr>
          <p:cNvSpPr/>
          <p:nvPr/>
        </p:nvSpPr>
        <p:spPr>
          <a:xfrm>
            <a:off x="2707541" y="549275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82" name="순서도: 연결자 81">
            <a:extLst>
              <a:ext uri="{FF2B5EF4-FFF2-40B4-BE49-F238E27FC236}">
                <a16:creationId xmlns:a16="http://schemas.microsoft.com/office/drawing/2014/main" id="{89015DCE-C057-9AFA-E696-AB8F6B728010}"/>
              </a:ext>
            </a:extLst>
          </p:cNvPr>
          <p:cNvSpPr/>
          <p:nvPr/>
        </p:nvSpPr>
        <p:spPr>
          <a:xfrm>
            <a:off x="5927329" y="680443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83" name="순서도: 연결자 82">
            <a:extLst>
              <a:ext uri="{FF2B5EF4-FFF2-40B4-BE49-F238E27FC236}">
                <a16:creationId xmlns:a16="http://schemas.microsoft.com/office/drawing/2014/main" id="{7CED2280-06D2-ABA2-3204-C6F07016FFA0}"/>
              </a:ext>
            </a:extLst>
          </p:cNvPr>
          <p:cNvSpPr/>
          <p:nvPr/>
        </p:nvSpPr>
        <p:spPr>
          <a:xfrm>
            <a:off x="10730314" y="680443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4916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2A0EB-90B2-A573-AC98-50392FAC4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FD3C9C7-BBDB-7438-B2F0-50A62779F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8B7B12E-B4F0-EC72-D919-261A1B21F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BFF231C-48AD-98FF-D5E4-599D287A1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B78CC37-0662-690E-9251-B696EEED8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73238840-2490-0549-426D-8920C05F7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B3D07703-90B7-58A5-1B6D-6D187DE57A2A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5D2E161-2180-B523-8795-868EFC0F26F0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1F62A03-F199-5E39-5C65-6737866A8A2A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B2E7A0AF-13C0-FE27-DBB6-B9099DC1B489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36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5CEDD7E-0B11-E9CE-2B83-BB7C79DDABDA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6B92D05A-7377-9E79-9913-312687636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323C8D22-8670-BEF2-A7EA-74134434B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BA617977-9E70-4220-E64D-4FD8383ADEF9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C5C7C659-0836-2D2E-3B0F-58BA3DE7AC6A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B5A8C60C-B67E-AEE1-6E4B-6375016310EC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CE65A2B3-281C-7AB4-F89E-E085F78C4DAD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542815D2-6C55-A2B7-B40B-F052C2F64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6C3E013E-4095-1440-5FAE-A23667E553E8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EC241058-7393-A331-B022-E8B626B568EF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F95C7E2A-2813-004D-F91F-6C3B02AC9A0A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DEEAB8A4-F737-A444-2D63-75D91C0AA43F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pic>
        <p:nvPicPr>
          <p:cNvPr id="6" name="Picture 2">
            <a:extLst>
              <a:ext uri="{FF2B5EF4-FFF2-40B4-BE49-F238E27FC236}">
                <a16:creationId xmlns:a16="http://schemas.microsoft.com/office/drawing/2014/main" id="{9604091E-DFCE-3DF2-561B-6B90AA85D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000" y="2952000"/>
            <a:ext cx="9672000" cy="659912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469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1E613-5305-5BD9-790D-E2EF47EA9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9B81307-C381-62EE-5621-8160161AE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D41FD58-0B92-368B-92E7-DB63C209C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EAD7C67-2CA1-A1EF-0F52-AAD4005B8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CCBBF6C-06AE-F071-3BAB-4D0A77310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CFA046F4-4C88-47B2-A088-73CDB5309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52E11BD9-D32F-C522-385E-B8AACCE83B37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F35CA62-61E6-0D40-8091-7D7068BBF151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9E91338-6C00-B659-5764-E30B20BEBB4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3D898FE9-B317-C51F-5656-60395B325E07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37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7C90C70-9ECA-276E-ED24-72C3B55CF82F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95DC54A5-2E02-C846-724D-1A60D41DA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D53AA85A-2FF2-ADF5-3C4B-F3E837C30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77EF8C87-1B3D-3AF4-9CF6-D74C4EB1DBF9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D1AC1D4F-EEDA-4854-4D10-6C60EAD93456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57B37D9B-6F8D-A136-F084-3ACEA6724F42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21B88B89-C24C-026F-17BE-085851C3CF40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26DF2D72-9E3A-6E3A-AE84-7285CE2FE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F260623F-8B7E-EDC5-EC9F-6ABC70724267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7785140E-D2FE-D579-5091-F7670242029A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F0BEE088-8242-485D-82D7-83D4F3C52E47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75C1EB8A-CF77-EF58-3E0D-DCEF8A90F0B6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893037D3-410F-61CB-3452-D207C3EC5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86" y="2926196"/>
            <a:ext cx="10182225" cy="689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465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2515</Words>
  <Application>Microsoft Office PowerPoint</Application>
  <PresentationFormat>사용자 지정</PresentationFormat>
  <Paragraphs>601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Pretendard Medium</vt:lpstr>
      <vt:lpstr>Arial</vt:lpstr>
      <vt:lpstr>Calibri</vt:lpstr>
      <vt:lpstr>Pretendard Regular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Checky</dc:creator>
  <cp:lastModifiedBy>정찬우</cp:lastModifiedBy>
  <cp:revision>7</cp:revision>
  <dcterms:created xsi:type="dcterms:W3CDTF">2006-08-16T00:00:00Z</dcterms:created>
  <dcterms:modified xsi:type="dcterms:W3CDTF">2024-10-30T05:04:59Z</dcterms:modified>
</cp:coreProperties>
</file>