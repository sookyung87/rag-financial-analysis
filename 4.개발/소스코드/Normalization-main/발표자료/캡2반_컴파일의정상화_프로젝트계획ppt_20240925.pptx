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56" r:id="rId6"/>
    <p:sldId id="260" r:id="rId7"/>
    <p:sldId id="261" r:id="rId8"/>
    <p:sldId id="262" r:id="rId9"/>
    <p:sldId id="264" r:id="rId10"/>
    <p:sldId id="263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58" y="10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19C765D4-C3D9-4CB1-862D-32E2FC18605E}" type="datetime1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92009262-8BBB-49EF-84ED-9A48BB56FC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83818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009262-8BBB-49EF-84ED-9A48BB56FCA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830974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743966-5263-19A1-88A5-4ADC2D5EE4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D868D3-E525-B68F-6015-12A43CDF0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9D69C0-8F89-E0FD-01C9-25BA83BCD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2B7EEA-BCCB-7313-0AFA-A598E1C30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9A86D2-3046-5B42-5751-693620AD4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2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2CDD-8E49-40C5-2450-15A645754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FB157-F831-F695-27AF-C5BE14C5A7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973FF6-871D-5B30-3A0E-B6DB97E29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8C6D6D-36FD-ADA5-356D-EE6F447A6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D07DB3-AAE1-4395-61E8-5247F897C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45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C019CD-F212-578D-9B34-919CCF482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A7FF4B-0598-5E1D-0289-9CF496C75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F73F83-92ED-FD3E-1299-B4C9E61EB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5EFB2F-C9C0-E721-C872-BA3628515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1D5C5-28FD-D61F-F5C5-29F0572BB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416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77A2B-CE1E-E929-ED53-BBC200DDA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993B00-494A-B138-E1FC-319F864C2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B3FBF5-F415-64FB-B3A2-BD8F4C0FA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8EC9B3-3CD5-D9F7-AB55-C8C5A1F1A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EEDF3B-30E3-4466-7152-A2834491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72C7B7-CA41-E68C-B18A-D46F764AF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77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81A8C6-E8A9-C5BD-C295-E6B007F1F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ACA5FE-6111-CAC5-0E90-10EB9D2E0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2D6BF0-1C51-34AD-A86F-8299AB123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D4B145-5A7C-C1E8-4D91-7C18418D83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C13273D-1682-51E1-42C6-7B1513BBB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CB365D2-1A07-1E5E-1581-A512F4852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648579-FB76-A6AD-8486-537D1188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08DF8E-F233-A135-388B-DEC46A6A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193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0873FA-0293-7DAE-AAAF-AB83C8B81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271E6A-E172-721D-CF52-814C999C5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600F25-357B-12AE-F6F8-6AA1423FA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37B389-888C-5623-38A9-4C7E13DD6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3718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140CC7-F917-519C-7F69-380C6DD0A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A159A5C-E295-7015-00FF-EA2ACAE20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4C063A-20A7-CCFE-BA95-75D33B359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303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E0827-7321-3234-97C0-429EF67FC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074C4A-1305-57AC-DFDC-504771C64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D476EF-FE2F-0956-0624-BECD5A0A4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60F24B-E04C-B4F7-08F4-527A27A8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78D025-6D35-A584-5A08-0A211EB1E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F59F28-ADF4-07DC-8E1A-A294C4724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035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1D0E9-8569-CF76-8874-F743912CF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EF429EF-CCBB-CAB3-A260-2BE53CCFA2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405355-2246-265D-FDE6-1E81BB398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9CD2C1-9D5B-1347-FE1C-8D2D7897E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C399C6-C040-B3FC-9ADA-FCD14AEE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B2B885-33BC-1878-B711-CF2E1A819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836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9B9224-C759-E83E-C62E-D4CEC38B1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FF5D432-32BD-8CCA-4911-A07569041D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F7508-B18A-FAF8-5E60-AFB2090E8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D211F5-44A5-9E9C-3330-6C59075B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B2EFCA-FA32-E240-6D9F-8C7B953FB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035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5FA192D-FE3B-53A8-D514-30A15FF79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F69287-AC61-4DF9-A15B-639624BC3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D8970D-6AF3-7B00-8A46-FF30869C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0E445B-0E92-EA2C-5D91-D8ADFC76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3EB219-6C28-1B70-79DF-A81DE1879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46005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F5AB8DB-8671-2C02-6628-5DD39984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A941D5-3CCB-315F-8FAB-DA465F494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9C9D61-98A7-03D7-5D7A-CEC24833B8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979982-A3F8-42EF-957D-6B1C89C70A33}" type="datetimeFigureOut">
              <a:rPr lang="ko-KR" altLang="en-US" smtClean="0"/>
              <a:t>2024-09-19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168668-2038-CAF6-9A09-26AF0C7260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04CDBB-BCF5-F070-8698-C44EA46AE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5B233-6D8F-4757-81D8-265791400B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945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8D436F-9ACD-4C92-AFC8-C934C527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0538E0-A884-4E60-A6AB-77D830E2F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0"/>
            <a:ext cx="465738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F366C87-FDBC-35B1-7230-C234D46BC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1162" y="3050434"/>
            <a:ext cx="3722933" cy="757130"/>
          </a:xfrm>
          <a:ln w="25400" cap="sq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rtlCol="0" anchor="ctr">
            <a:normAutofit/>
          </a:bodyPr>
          <a:lstStyle/>
          <a:p>
            <a:pPr latinLnBrk="0"/>
            <a:r>
              <a:rPr lang="en-US" altLang="ko-KR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﻿RAG</a:t>
            </a:r>
            <a:r>
              <a:rPr lang="ko-KR" altLang="en-US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를 사용해 최신화되는 </a:t>
            </a:r>
            <a:br>
              <a:rPr lang="en-US" altLang="ko-KR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ko-KR" altLang="en-US" sz="2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실시간 금융 분석 챗봇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0D7DD0-1C67-4D4C-9E06-678233DB8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53478" cy="6858000"/>
          </a:xfrm>
          <a:prstGeom prst="rect">
            <a:avLst/>
          </a:prstGeom>
          <a:solidFill>
            <a:srgbClr val="40404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7483F16-2A6D-5831-DAFA-4A58BFDF3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4536" y="640080"/>
            <a:ext cx="5053066" cy="254660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 latinLnBrk="0">
              <a:buFont typeface="Arial" panose="020B0604020202020204" pitchFamily="34" charset="0"/>
              <a:buChar char="•"/>
            </a:pPr>
            <a:r>
              <a:rPr lang="ko-KR" altLang="en-US" sz="2000"/>
              <a:t>컴파일의 정상화</a:t>
            </a:r>
            <a:endParaRPr lang="en-US" altLang="ko-KR" sz="20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39DB9-11A1-5195-979B-E8BA31F0A0B2}"/>
              </a:ext>
            </a:extLst>
          </p:cNvPr>
          <p:cNvSpPr txBox="1"/>
          <p:nvPr/>
        </p:nvSpPr>
        <p:spPr>
          <a:xfrm>
            <a:off x="6570204" y="3671315"/>
            <a:ext cx="5057398" cy="254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/>
              <a:t>정찬우</a:t>
            </a:r>
            <a:endParaRPr lang="en-US" altLang="ko-KR" sz="2000"/>
          </a:p>
          <a:p>
            <a:pPr marL="285750"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/>
              <a:t>이승준</a:t>
            </a:r>
            <a:endParaRPr lang="en-US" altLang="ko-KR" sz="2000"/>
          </a:p>
          <a:p>
            <a:pPr marL="285750"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/>
              <a:t>이수경</a:t>
            </a:r>
            <a:endParaRPr lang="en-US" altLang="ko-KR" sz="2000"/>
          </a:p>
          <a:p>
            <a:pPr marL="285750"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2000"/>
              <a:t>김현우</a:t>
            </a:r>
          </a:p>
        </p:txBody>
      </p:sp>
    </p:spTree>
    <p:extLst>
      <p:ext uri="{BB962C8B-B14F-4D97-AF65-F5344CB8AC3E}">
        <p14:creationId xmlns:p14="http://schemas.microsoft.com/office/powerpoint/2010/main" val="2764801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FF7004-759E-75EF-13FC-F9E0A81AD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ko-KR" altLang="en-US" sz="5400"/>
              <a:t>기존의 서비스</a:t>
            </a:r>
            <a:r>
              <a:rPr lang="en-US" altLang="ko-KR" sz="5400"/>
              <a:t>?</a:t>
            </a:r>
            <a:endParaRPr lang="ko-KR" altLang="en-US" sz="5400"/>
          </a:p>
        </p:txBody>
      </p:sp>
      <p:sp>
        <p:nvSpPr>
          <p:cNvPr id="104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079CBE-769E-3977-A14A-E13142324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200"/>
              <a:t>방법론 만을 설명  </a:t>
            </a:r>
            <a:r>
              <a:rPr lang="en-US" altLang="ko-KR" sz="2200"/>
              <a:t>-&gt; </a:t>
            </a:r>
            <a:r>
              <a:rPr lang="ko-KR" altLang="en-US" sz="2200"/>
              <a:t>데이터가 없기 때문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F02CF2-9F6D-99F9-22C3-C1FF6392E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1" y="329183"/>
            <a:ext cx="3889654" cy="372434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D3A8F68-3D2B-3948-473B-6704F506A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17486" y="4051760"/>
            <a:ext cx="4544568" cy="2306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54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D1CF36-BB29-7225-3174-440E55F63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latinLnBrk="0"/>
            <a:r>
              <a:rPr lang="ko-KR" alt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프로젝트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DC6ED1-02BC-537F-199E-9F097BE33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latinLnBrk="0">
              <a:buNone/>
            </a:pPr>
            <a:r>
              <a:rPr lang="ko-KR" alt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자연어로 금융 관련 정보를 얻을 수 있게 함</a:t>
            </a:r>
          </a:p>
        </p:txBody>
      </p:sp>
      <p:sp>
        <p:nvSpPr>
          <p:cNvPr id="205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32CA8A2-AAF9-AABD-51E9-9E94BE59F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80579" y="2633472"/>
            <a:ext cx="9627794" cy="358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BE8F1B0-D0F0-410E-E52E-CE1972930175}"/>
              </a:ext>
            </a:extLst>
          </p:cNvPr>
          <p:cNvSpPr txBox="1">
            <a:spLocks/>
          </p:cNvSpPr>
          <p:nvPr/>
        </p:nvSpPr>
        <p:spPr>
          <a:xfrm>
            <a:off x="-351719" y="6315350"/>
            <a:ext cx="5333293" cy="447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latinLnBrk="0">
              <a:buFont typeface="Arial" panose="020B0604020202020204" pitchFamily="34" charset="0"/>
              <a:buNone/>
            </a:pPr>
            <a:r>
              <a:rPr lang="en-US" altLang="ko-KR" sz="1600"/>
              <a:t>- </a:t>
            </a:r>
            <a:r>
              <a:rPr lang="ko-KR" altLang="en-US" sz="1600"/>
              <a:t>예시 화면 입니다</a:t>
            </a:r>
          </a:p>
        </p:txBody>
      </p:sp>
    </p:spTree>
    <p:extLst>
      <p:ext uri="{BB962C8B-B14F-4D97-AF65-F5344CB8AC3E}">
        <p14:creationId xmlns:p14="http://schemas.microsoft.com/office/powerpoint/2010/main" val="3558891621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/>
          <p:cNvSpPr txBox="1"/>
          <p:nvPr/>
        </p:nvSpPr>
        <p:spPr>
          <a:xfrm>
            <a:off x="304800" y="209326"/>
            <a:ext cx="11582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4400"/>
              <a:t>시스템 구성도</a:t>
            </a:r>
            <a:endParaRPr lang="ko-KR" altLang="en-US" sz="4400"/>
          </a:p>
        </p:txBody>
      </p:sp>
      <p:pic>
        <p:nvPicPr>
          <p:cNvPr id="40" name="그림 39" descr="텍스트, 스크린샷, 도표, 디자인이(가) 표시된 사진  자동 생성된 설명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9262" y="1143209"/>
            <a:ext cx="11019311" cy="5396324"/>
          </a:xfrm>
          <a:prstGeom prst="rect">
            <a:avLst/>
          </a:prstGeom>
        </p:spPr>
      </p:pic>
      <p:sp>
        <p:nvSpPr>
          <p:cNvPr id="41" name="왼쪽/오른쪽 화살표 40"/>
          <p:cNvSpPr/>
          <p:nvPr/>
        </p:nvSpPr>
        <p:spPr>
          <a:xfrm>
            <a:off x="5704086" y="3292574"/>
            <a:ext cx="1875234" cy="272851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c0cdef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42" name="가로 글상자 41"/>
          <p:cNvSpPr txBox="1"/>
          <p:nvPr/>
        </p:nvSpPr>
        <p:spPr>
          <a:xfrm>
            <a:off x="5753695" y="2908101"/>
            <a:ext cx="1875234" cy="322460"/>
          </a:xfrm>
          <a:prstGeom prst="rect">
            <a:avLst/>
          </a:prstGeom>
          <a:solidFill>
            <a:schemeClr val="lt1"/>
          </a:solidFill>
          <a:ln>
            <a:solidFill>
              <a:schemeClr val="accent1"/>
            </a:solidFill>
          </a:ln>
        </p:spPr>
        <p:txBody>
          <a:bodyPr wrap="square"/>
          <a:p>
            <a:pPr lvl="0" algn="ctr">
              <a:defRPr/>
            </a:pPr>
            <a:r>
              <a:rPr lang="ko-KR" altLang="en-US" sz="1300"/>
              <a:t>임베딩 및 전처리</a:t>
            </a:r>
            <a:r>
              <a:rPr lang="en-US" altLang="ko-KR" sz="1300"/>
              <a:t>(</a:t>
            </a:r>
            <a:r>
              <a:rPr lang="ko-KR" altLang="en-US" sz="1300"/>
              <a:t>사전</a:t>
            </a:r>
            <a:r>
              <a:rPr lang="en-US" altLang="ko-KR" sz="1300"/>
              <a:t>)</a:t>
            </a:r>
            <a:endParaRPr lang="en-US" altLang="ko-KR" sz="1300"/>
          </a:p>
        </p:txBody>
      </p:sp>
    </p:spTree>
    <p:extLst>
      <p:ext uri="{BB962C8B-B14F-4D97-AF65-F5344CB8AC3E}">
        <p14:creationId xmlns:p14="http://schemas.microsoft.com/office/powerpoint/2010/main" val="2276815269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5F1A6B4-6AE0-112A-5A14-CEC545B1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r>
              <a:rPr lang="ko-KR" altLang="en-US" sz="5400">
                <a:solidFill>
                  <a:srgbClr val="FFFFFF"/>
                </a:solidFill>
              </a:rPr>
              <a:t>기술성</a:t>
            </a:r>
          </a:p>
        </p:txBody>
      </p:sp>
      <p:grpSp>
        <p:nvGrpSpPr>
          <p:cNvPr id="12" name=""/>
          <p:cNvGrpSpPr/>
          <p:nvPr/>
        </p:nvGrpSpPr>
        <p:grpSpPr>
          <a:xfrm rot="0">
            <a:off x="5543381" y="2735192"/>
            <a:ext cx="5809709" cy="1291046"/>
            <a:chOff x="5543381" y="2735192"/>
            <a:chExt cx="5809709" cy="1291046"/>
          </a:xfrm>
        </p:grpSpPr>
        <p:sp>
          <p:nvSpPr>
            <p:cNvPr id="13" name=""/>
            <p:cNvSpPr/>
            <p:nvPr/>
          </p:nvSpPr>
          <p:spPr>
            <a:xfrm>
              <a:off x="5543381" y="2735192"/>
              <a:ext cx="2582093" cy="1291046"/>
            </a:xfrm>
            <a:prstGeom prst="roundRect">
              <a:avLst>
                <a:gd name="adj" fmla="val 10000"/>
              </a:avLst>
            </a:prstGeom>
            <a:solidFill>
              <a:schemeClr val="accent2">
                <a:hueOff val="0"/>
                <a:satOff val="0"/>
                <a:lumOff val="0"/>
                <a:alphaOff val="0"/>
              </a:schemeClr>
            </a:solidFill>
            <a:ln w="19050" cap="flat" cmpd="sng" algn="ctr"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14" name=""/>
            <p:cNvSpPr txBox="1"/>
            <p:nvPr/>
          </p:nvSpPr>
          <p:spPr>
            <a:xfrm>
              <a:off x="5581194" y="2773005"/>
              <a:ext cx="2506467" cy="1215420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53340" tIns="35560" rIns="53340" bIns="3556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r>
                <a:rPr lang="ko-KR" sz="2800" kern="1200"/>
                <a:t>자연어 처리 </a:t>
              </a:r>
              <a:endParaRPr lang="ko-KR" sz="2800" kern="1200"/>
            </a:p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r>
                <a:rPr lang="ko-KR" sz="2800" kern="1200"/>
                <a:t>기술</a:t>
              </a:r>
              <a:r>
                <a:rPr lang="en-US" sz="2800" kern="1200"/>
                <a:t>(LLM)</a:t>
              </a:r>
              <a:endParaRPr lang="en-US" sz="2800" kern="1200"/>
            </a:p>
          </p:txBody>
        </p:sp>
        <p:sp>
          <p:nvSpPr>
            <p:cNvPr id="15" name=""/>
            <p:cNvSpPr/>
            <p:nvPr/>
          </p:nvSpPr>
          <p:spPr>
            <a:xfrm>
              <a:off x="8770997" y="2735192"/>
              <a:ext cx="2582093" cy="1291046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hueOff val="0"/>
                <a:satOff val="0"/>
                <a:lumOff val="0"/>
                <a:alphaOff val="0"/>
              </a:schemeClr>
            </a:solidFill>
            <a:ln w="19050" cap="flat" cmpd="sng" algn="ctr">
              <a:solidFill>
                <a:schemeClr val="l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</p:sp>
        <p:sp>
          <p:nvSpPr>
            <p:cNvPr id="16" name=""/>
            <p:cNvSpPr txBox="1"/>
            <p:nvPr/>
          </p:nvSpPr>
          <p:spPr>
            <a:xfrm>
              <a:off x="8808810" y="2773005"/>
              <a:ext cx="2506467" cy="1215420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53340" tIns="35560" rIns="53340" bIns="3556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r>
                <a:rPr lang="ko-KR" sz="2800" kern="1200"/>
                <a:t>검색 증강 </a:t>
              </a:r>
              <a:endParaRPr lang="ko-KR" sz="2800" kern="1200"/>
            </a:p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/>
              </a:pPr>
              <a:r>
                <a:rPr lang="ko-KR" sz="2800" kern="1200"/>
                <a:t>생성</a:t>
              </a:r>
              <a:r>
                <a:rPr lang="en-US" sz="2800" kern="1200"/>
                <a:t>(RAG)</a:t>
              </a:r>
              <a:endParaRPr lang="en-US" sz="28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4191410807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역할 분담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434" y="1597422"/>
            <a:ext cx="11607800" cy="2268140"/>
          </a:xfrm>
        </p:spPr>
        <p:txBody>
          <a:bodyPr>
            <a:normAutofit lnSpcReduction="10000"/>
          </a:bodyPr>
          <a:p>
            <a:pPr marL="0" lvl="0" indent="0">
              <a:buNone/>
              <a:defRPr/>
            </a:pPr>
            <a:r>
              <a:rPr lang="ko-KR" altLang="en-US" sz="3571"/>
              <a:t>정찬우</a:t>
            </a:r>
            <a:endParaRPr lang="ko-KR" altLang="en-US"/>
          </a:p>
          <a:p>
            <a:pPr marL="228600" lvl="0" indent="-228600">
              <a:defRPr/>
            </a:pPr>
            <a:r>
              <a:rPr lang="ko-KR" altLang="en-US"/>
              <a:t>자바스크립트와 css 를 이용하여 홈페이지 구축</a:t>
            </a:r>
            <a:endParaRPr lang="ko-KR" altLang="en-US"/>
          </a:p>
          <a:p>
            <a:pPr marL="228600" lvl="0" indent="-228600">
              <a:defRPr/>
            </a:pPr>
            <a:r>
              <a:rPr lang="ko-KR" altLang="en-US"/>
              <a:t>도메인 확보와 서버 호스팅 수단 찾기</a:t>
            </a:r>
            <a:endParaRPr lang="ko-KR" altLang="en-US"/>
          </a:p>
          <a:p>
            <a:pPr marL="228600" lvl="0" indent="-228600">
              <a:defRPr/>
            </a:pPr>
            <a:r>
              <a:rPr lang="ko-KR" altLang="en-US"/>
              <a:t>조원들의 작업물을 프론트엔드에 적용</a:t>
            </a:r>
            <a:endParaRPr lang="ko-KR" altLang="en-US"/>
          </a:p>
        </p:txBody>
      </p:sp>
      <p:sp>
        <p:nvSpPr>
          <p:cNvPr id="5" name="내용 개체 틀 2"/>
          <p:cNvSpPr/>
          <p:nvPr/>
        </p:nvSpPr>
        <p:spPr>
          <a:xfrm>
            <a:off x="206772" y="4210447"/>
            <a:ext cx="11498658" cy="2357437"/>
          </a:xfrm>
          <a:prstGeom prst="rect">
            <a:avLst/>
          </a:prstGeom>
        </p:spPr>
        <p:txBody>
          <a:bodyPr vert="horz" lIns="91440" tIns="45720" rIns="91440" bIns="45720">
            <a:normAutofit fontScale="92500"/>
          </a:bodyPr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571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이승준</a:t>
            </a:r>
            <a:endParaRPr xmlns:mc="http://schemas.openxmlformats.org/markup-compatibility/2006" xmlns:hp="http://schemas.haansoft.com/office/presentation/8.0" kumimoji="0" lang="ko-KR" altLang="en-US" sz="3571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lvl="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뉴스 기사등을 자동으로 크롤링하는 시스템 구현 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lvl="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크롤링한 모든 데이터는 양식에 맞춰 json 확장자로 통일하여 DB에 저장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lvl="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 서버 작동 원리 등을 공부하여 적용 &lt;- 이쪽은 카페24를 통해 도메인 구매할 때 위탁 호스팅을 한다면 서버를 제공해줌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227728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역할 분담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3434" y="1597422"/>
            <a:ext cx="11607800" cy="2268140"/>
          </a:xfrm>
        </p:spPr>
        <p:txBody>
          <a:bodyPr>
            <a:normAutofit lnSpcReduction="10000"/>
          </a:bodyPr>
          <a:p>
            <a:pPr marL="0" lvl="0" indent="0">
              <a:buNone/>
              <a:defRPr/>
            </a:pPr>
            <a:r>
              <a:rPr lang="ko-KR" altLang="en-US" sz="3571"/>
              <a:t>이수경</a:t>
            </a:r>
            <a:endParaRPr lang="ko-KR" altLang="en-US" sz="3571"/>
          </a:p>
          <a:p>
            <a:pPr marL="228600" lvl="0" indent="-228600">
              <a:defRPr/>
            </a:pPr>
            <a:r>
              <a:rPr lang="ko-KR" altLang="en-US"/>
              <a:t>파이썬 언어를 통해 GPT와 연결해서 DB의 데이터를 임베딩하기.</a:t>
            </a:r>
            <a:endParaRPr lang="ko-KR" altLang="en-US"/>
          </a:p>
          <a:p>
            <a:pPr marL="228600" lvl="0" indent="-228600">
              <a:defRPr/>
            </a:pPr>
            <a:r>
              <a:rPr lang="ko-KR" altLang="en-US"/>
              <a:t>임베딩 된 데이터를 다시 DB에 정리</a:t>
            </a:r>
            <a:endParaRPr lang="ko-KR" altLang="en-US"/>
          </a:p>
          <a:p>
            <a:pPr marL="228600" lvl="0" indent="-228600">
              <a:defRPr/>
            </a:pPr>
            <a:r>
              <a:rPr lang="ko-KR" altLang="en-US"/>
              <a:t>NLP에 대해 구현 방법 등을 조사</a:t>
            </a:r>
            <a:endParaRPr lang="ko-KR" altLang="en-US"/>
          </a:p>
        </p:txBody>
      </p:sp>
      <p:sp>
        <p:nvSpPr>
          <p:cNvPr id="5" name="내용 개체 틀 2"/>
          <p:cNvSpPr/>
          <p:nvPr/>
        </p:nvSpPr>
        <p:spPr>
          <a:xfrm>
            <a:off x="206772" y="4210447"/>
            <a:ext cx="11498658" cy="2357437"/>
          </a:xfrm>
          <a:prstGeom prst="rect">
            <a:avLst/>
          </a:prstGeom>
        </p:spPr>
        <p:txBody>
          <a:bodyPr vert="horz" lIns="91440" tIns="45720" rIns="91440" bIns="45720">
            <a:normAutofit fontScale="92500"/>
          </a:bodyPr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3571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김현우</a:t>
            </a:r>
            <a:endParaRPr xmlns:mc="http://schemas.openxmlformats.org/markup-compatibility/2006" xmlns:hp="http://schemas.haansoft.com/office/presentation/8.0" kumimoji="0" lang="ko-KR" altLang="en-US" sz="3571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lvl="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코사인 유사도 계산을 위한 파이썬 라이브러리가 다수 존재. 이 라이브러리 중 어떠한 라이브러리를 활용할 지, 어떻게 활용하는 지 등을 공부하기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228600" lvl="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일단 위의 팀원의 작업이 끝난 후에 할일이 생기기 때문에 그동안 테스트 샘플 등을 통해 실전 투입 가능하도록 공부할 것</a:t>
            </a:r>
            <a:endParaRPr xmlns:mc="http://schemas.openxmlformats.org/markup-compatibility/2006" xmlns:hp="http://schemas.haansoft.com/office/presentation/8.0" kumimoji="0" lang="ko-KR" altLang="en-US" sz="2800" b="0" i="0" u="none" strike="noStrike" kern="1200" cap="none" spc="0" normalizeH="0" baseline="0" mc:Ignorable="hp" hp:hslEmbossed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3615882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p>
            <a:pPr lvl="0">
              <a:defRPr/>
            </a:pPr>
            <a:r>
              <a:rPr lang="en-US" altLang="ko-KR"/>
              <a:t>WBS</a:t>
            </a:r>
            <a:endParaRPr lang="en-US" altLang="ko-KR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96875" y="1921279"/>
            <a:ext cx="11795125" cy="3531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507499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3194645" y="2776140"/>
            <a:ext cx="5802709" cy="1305719"/>
          </a:xfrm>
        </p:spPr>
        <p:txBody>
          <a:bodyPr/>
          <a:p>
            <a:pPr lvl="0" algn="ctr">
              <a:defRPr/>
            </a:pPr>
            <a:r>
              <a:rPr lang="en-US" altLang="ko-KR" sz="6200"/>
              <a:t>Q&amp;A</a:t>
            </a:r>
            <a:endParaRPr lang="en-US" altLang="ko-KR" sz="6200"/>
          </a:p>
        </p:txBody>
      </p:sp>
    </p:spTree>
    <p:extLst>
      <p:ext uri="{BB962C8B-B14F-4D97-AF65-F5344CB8AC3E}">
        <p14:creationId xmlns:p14="http://schemas.microsoft.com/office/powerpoint/2010/main" val="224784840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155</ep:Words>
  <ep:PresentationFormat>와이드스크린</ep:PresentationFormat>
  <ep:Paragraphs>43</ep:Paragraphs>
  <ep:Slides>9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Office 테마</vt:lpstr>
      <vt:lpstr>RAG를 사용해 최신화되는  실시간 금융 분석 챗봇</vt:lpstr>
      <vt:lpstr>기존의 서비스?</vt:lpstr>
      <vt:lpstr>프로젝트 목표</vt:lpstr>
      <vt:lpstr>슬라이드 4</vt:lpstr>
      <vt:lpstr>기술성</vt:lpstr>
      <vt:lpstr>역할 분담</vt:lpstr>
      <vt:lpstr>역할 분담</vt:lpstr>
      <vt:lpstr>WBS</vt:lpstr>
      <vt:lpstr>Q&amp;A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2024-09-18T19:27:37.000</dcterms:created>
  <dc:creator>Seung joon Lee</dc:creator>
  <cp:lastModifiedBy>nighc</cp:lastModifiedBy>
  <dcterms:modified xsi:type="dcterms:W3CDTF">2024-09-24T20:13:01.169</dcterms:modified>
  <cp:revision>25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