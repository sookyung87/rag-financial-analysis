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9" r:id="rId4"/>
    <p:sldId id="271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2" r:id="rId14"/>
    <p:sldId id="283" r:id="rId15"/>
    <p:sldId id="260" r:id="rId16"/>
    <p:sldId id="261" r:id="rId17"/>
    <p:sldId id="285" r:id="rId18"/>
    <p:sldId id="286" r:id="rId19"/>
    <p:sldId id="284" r:id="rId20"/>
    <p:sldId id="287" r:id="rId21"/>
    <p:sldId id="289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315" r:id="rId32"/>
    <p:sldId id="316" r:id="rId33"/>
    <p:sldId id="317" r:id="rId34"/>
    <p:sldId id="318" r:id="rId35"/>
    <p:sldId id="319" r:id="rId36"/>
    <p:sldId id="320" r:id="rId37"/>
    <p:sldId id="294" r:id="rId38"/>
    <p:sldId id="293" r:id="rId39"/>
    <p:sldId id="263" r:id="rId40"/>
    <p:sldId id="264" r:id="rId41"/>
    <p:sldId id="265" r:id="rId42"/>
  </p:sldIdLst>
  <p:sldSz cx="18288000" cy="10287000"/>
  <p:notesSz cx="6858000" cy="9144000"/>
  <p:embeddedFontLst>
    <p:embeddedFont>
      <p:font typeface="Pretendard Bold" panose="020B0600000101010101" charset="-127"/>
      <p:bold r:id="rId44"/>
    </p:embeddedFont>
    <p:embeddedFont>
      <p:font typeface="Pretendard Light" panose="020B0600000101010101" charset="-127"/>
      <p:regular r:id="rId45"/>
    </p:embeddedFont>
    <p:embeddedFont>
      <p:font typeface="Pretendard Medium" panose="020B0600000101010101" charset="-127"/>
      <p:bold r:id="rId46"/>
    </p:embeddedFont>
    <p:embeddedFont>
      <p:font typeface="Pretendard Regular" panose="020B0600000101010101" charset="-127"/>
      <p:regular r:id="rId47"/>
    </p:embeddedFont>
    <p:embeddedFont>
      <p:font typeface="Pretendard SemiBold" panose="020B0600000101010101" charset="-127"/>
      <p:bold r:id="rId48"/>
    </p:embeddedFont>
    <p:embeddedFont>
      <p:font typeface="맑은 고딕" panose="020B0503020000020004" pitchFamily="50" charset="-127"/>
      <p:regular r:id="rId49"/>
      <p:bold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84AF39-563D-489E-A730-2E7A848F3E51}" v="10" dt="2024-10-29T20:07:00.6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319" autoAdjust="0"/>
    <p:restoredTop sz="94622" autoAdjust="0"/>
  </p:normalViewPr>
  <p:slideViewPr>
    <p:cSldViewPr>
      <p:cViewPr varScale="1">
        <p:scale>
          <a:sx n="53" d="100"/>
          <a:sy n="53" d="100"/>
        </p:scale>
        <p:origin x="13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FE2F7-574B-495F-BEDB-AEB20D5BFA36}" type="datetimeFigureOut">
              <a:rPr lang="ko-KR" altLang="en-US" smtClean="0"/>
              <a:t>2024-10-30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5769C-C8F2-4A83-8FD6-DE221E3FBE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402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5769C-C8F2-4A83-8FD6-DE221E3FBE6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237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23.png"/><Relationship Id="rId4" Type="http://schemas.openxmlformats.org/officeDocument/2006/relationships/image" Target="../media/image13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5.png"/><Relationship Id="rId5" Type="http://schemas.openxmlformats.org/officeDocument/2006/relationships/image" Target="../media/image15.png"/><Relationship Id="rId10" Type="http://schemas.openxmlformats.org/officeDocument/2006/relationships/image" Target="../media/image21.png"/><Relationship Id="rId4" Type="http://schemas.openxmlformats.org/officeDocument/2006/relationships/image" Target="../media/image14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3.png"/><Relationship Id="rId7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369300" y="361950"/>
            <a:ext cx="1803400" cy="1671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318500" y="-6654800"/>
            <a:ext cx="1651000" cy="16294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956300" y="-4013200"/>
            <a:ext cx="6362700" cy="1672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956300" y="-3886200"/>
            <a:ext cx="6362700" cy="16725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5956300" y="-3771900"/>
            <a:ext cx="6362700" cy="1672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650" y="6562557"/>
            <a:ext cx="520700" cy="520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6744034"/>
            <a:ext cx="254000" cy="1905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1800" y="863600"/>
            <a:ext cx="177800" cy="203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892300" y="838200"/>
            <a:ext cx="14478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400" b="0" i="0" u="none" strike="noStrike" spc="100" dirty="0">
              <a:solidFill>
                <a:srgbClr val="FCFCFC"/>
              </a:solidFill>
              <a:latin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20900" y="3429000"/>
            <a:ext cx="10452100" cy="2654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8810"/>
              </a:lnSpc>
            </a:pPr>
            <a:r>
              <a:rPr lang="en-US" altLang="ko-KR" sz="8500" b="1" i="0" u="none" strike="noStrike" spc="-300" dirty="0">
                <a:solidFill>
                  <a:srgbClr val="747EA7"/>
                </a:solidFill>
                <a:latin typeface="+mj-ea"/>
                <a:ea typeface="+mj-ea"/>
              </a:rPr>
              <a:t>RAG</a:t>
            </a:r>
            <a:r>
              <a:rPr lang="ko-KR" altLang="en-US" sz="8500" b="1" spc="-300" dirty="0">
                <a:solidFill>
                  <a:srgbClr val="747EA7"/>
                </a:solidFill>
                <a:latin typeface="+mj-ea"/>
                <a:ea typeface="+mj-ea"/>
              </a:rPr>
              <a:t> 기술을 활용한 실시간 금융분석 </a:t>
            </a:r>
            <a:r>
              <a:rPr lang="ko-KR" altLang="en-US" sz="8500" b="1" spc="-300" dirty="0" err="1">
                <a:solidFill>
                  <a:srgbClr val="747EA7"/>
                </a:solidFill>
                <a:latin typeface="+mj-ea"/>
                <a:ea typeface="+mj-ea"/>
              </a:rPr>
              <a:t>챗봇</a:t>
            </a:r>
            <a:endParaRPr lang="ko-KR" sz="8500" b="1" i="0" u="none" strike="noStrike" spc="-300" dirty="0">
              <a:solidFill>
                <a:srgbClr val="747EA7"/>
              </a:solidFill>
              <a:latin typeface="+mj-ea"/>
              <a:ea typeface="+mj-ea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22300" y="6545179"/>
            <a:ext cx="50673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dirty="0">
                <a:solidFill>
                  <a:srgbClr val="747EA7"/>
                </a:solidFill>
                <a:latin typeface="Pretendard Light"/>
              </a:rPr>
              <a:t>LLM</a:t>
            </a:r>
            <a:r>
              <a:rPr lang="ko-KR" altLang="en-US" sz="2800" b="0" i="0" u="none" strike="noStrike" dirty="0">
                <a:solidFill>
                  <a:srgbClr val="747EA7"/>
                </a:solidFill>
                <a:latin typeface="Pretendard Light"/>
              </a:rPr>
              <a:t>의 정상화</a:t>
            </a:r>
            <a:endParaRPr lang="en-US" sz="2800" b="0" i="0" u="none" strike="noStrike" dirty="0">
              <a:solidFill>
                <a:srgbClr val="747EA7"/>
              </a:solidFill>
              <a:latin typeface="Pretendard Ligh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108200" y="2628900"/>
            <a:ext cx="7162800" cy="901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en-US" sz="5100" b="0" i="0" u="none" strike="noStrike" spc="300" dirty="0">
              <a:solidFill>
                <a:srgbClr val="747EA7"/>
              </a:solidFill>
              <a:latin typeface="Pretendard Ligh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911600" y="8559800"/>
            <a:ext cx="12395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altLang="ko-KR" sz="1700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|</a:t>
            </a:r>
            <a:r>
              <a:rPr lang="ko-KR" altLang="en-US" sz="1700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    정찬우</a:t>
            </a:r>
            <a:r>
              <a:rPr lang="en-US" altLang="ko-KR" sz="1700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    </a:t>
            </a:r>
            <a:r>
              <a:rPr lang="en-US" sz="1700" b="0" i="0" u="none" strike="noStrike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|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    </a:t>
            </a:r>
            <a:r>
              <a:rPr lang="ko-KR" altLang="en-US" sz="1700" b="0" i="0" u="none" strike="noStrike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이승준</a:t>
            </a:r>
            <a:r>
              <a:rPr lang="en-US" altLang="ko-KR" sz="1700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    </a:t>
            </a:r>
            <a:r>
              <a:rPr lang="en-US" sz="1700" b="0" i="0" u="none" strike="noStrike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|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    </a:t>
            </a:r>
            <a:r>
              <a:rPr lang="ko-KR" altLang="en-US" sz="1700" b="0" i="0" u="none" strike="noStrike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이수경</a:t>
            </a:r>
            <a:r>
              <a:rPr lang="en-US" altLang="ko-KR" sz="1700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    </a:t>
            </a:r>
            <a:r>
              <a:rPr lang="en-US" altLang="ko-KR" sz="1700" b="0" i="0" u="none" strike="noStrike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|</a:t>
            </a:r>
            <a:r>
              <a:rPr lang="en-US" altLang="ko-KR" sz="1700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    </a:t>
            </a:r>
            <a:r>
              <a:rPr lang="ko-KR" altLang="en-US" sz="1700" b="0" i="0" u="none" strike="noStrike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김현우    </a:t>
            </a:r>
            <a:r>
              <a:rPr lang="en-US" altLang="ko-KR" sz="1700" b="0" i="0" u="none" strike="noStrike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|</a:t>
            </a:r>
            <a:endParaRPr lang="ko-KR" sz="1700" b="0" i="0" u="none" strike="noStrike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318500" y="-6654800"/>
            <a:ext cx="1651000" cy="16294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956300" y="-4013200"/>
            <a:ext cx="6362700" cy="1672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956300" y="-3886200"/>
            <a:ext cx="6362700" cy="1672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041900" y="-2844800"/>
            <a:ext cx="8216900" cy="167259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1800" y="863600"/>
            <a:ext cx="177800" cy="203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892300" y="838200"/>
            <a:ext cx="14478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endParaRPr lang="en-US" sz="1400" b="0" i="0" u="none" strike="noStrike" spc="100" dirty="0">
              <a:solidFill>
                <a:srgbClr val="FCFCFC"/>
              </a:solidFill>
              <a:latin typeface="Pretendard Bold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3000" y="2006600"/>
            <a:ext cx="5829300" cy="1435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213600" y="1917700"/>
            <a:ext cx="3848100" cy="153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8600" b="0" i="0" u="none" strike="noStrike" spc="-100">
                <a:solidFill>
                  <a:srgbClr val="FCFCFC"/>
                </a:solidFill>
                <a:latin typeface="Pretendard Regular"/>
              </a:rPr>
              <a:t>INDE</a:t>
            </a:r>
            <a:r>
              <a:rPr lang="en-US" sz="8600" b="0" i="0" u="none" strike="noStrike" spc="-300">
                <a:solidFill>
                  <a:srgbClr val="FCFCFC"/>
                </a:solidFill>
                <a:latin typeface="Pretendard SemiBold"/>
              </a:rPr>
              <a:t>X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5003800" y="1231900"/>
            <a:ext cx="1054100" cy="6845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2500" y="4216400"/>
            <a:ext cx="863600" cy="863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247900" y="4394200"/>
            <a:ext cx="8001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700" b="0" i="0" u="none" strike="noStrike">
                <a:solidFill>
                  <a:srgbClr val="FCFCFC"/>
                </a:solidFill>
                <a:latin typeface="Pretendard Regular"/>
              </a:rPr>
              <a:t>01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2230100" y="1231900"/>
            <a:ext cx="1054100" cy="6845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8800" y="4216400"/>
            <a:ext cx="863600" cy="8636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9474200" y="4394200"/>
            <a:ext cx="8001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700" b="0" i="0" u="none" strike="noStrike">
                <a:solidFill>
                  <a:srgbClr val="FCFCFC"/>
                </a:solidFill>
                <a:latin typeface="Pretendard Regular"/>
              </a:rPr>
              <a:t>05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5003800" y="2463800"/>
            <a:ext cx="1054100" cy="6845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2500" y="5461000"/>
            <a:ext cx="863600" cy="8636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247900" y="5638800"/>
            <a:ext cx="8001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700" b="0" i="0" u="none" strike="noStrike">
                <a:solidFill>
                  <a:srgbClr val="FCFCFC"/>
                </a:solidFill>
                <a:latin typeface="Pretendard Regular"/>
              </a:rPr>
              <a:t>02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2230100" y="2463800"/>
            <a:ext cx="1054100" cy="6845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8800" y="5461000"/>
            <a:ext cx="863600" cy="8636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9474200" y="5638800"/>
            <a:ext cx="8001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700" b="0" i="0" u="none" strike="noStrike">
                <a:solidFill>
                  <a:srgbClr val="FCFCFC"/>
                </a:solidFill>
                <a:latin typeface="Pretendard Regular"/>
              </a:rPr>
              <a:t>06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5003800" y="3733800"/>
            <a:ext cx="1054100" cy="68453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2500" y="6718300"/>
            <a:ext cx="863600" cy="8636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2247900" y="6896100"/>
            <a:ext cx="8001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700" b="0" i="0" u="none" strike="noStrike">
                <a:solidFill>
                  <a:srgbClr val="FCFCFC"/>
                </a:solidFill>
                <a:latin typeface="Pretendard Regular"/>
              </a:rPr>
              <a:t>03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2230100" y="3733800"/>
            <a:ext cx="1054100" cy="6845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8800" y="6718300"/>
            <a:ext cx="863600" cy="8636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9474200" y="6896100"/>
            <a:ext cx="8001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700" b="0" i="0" u="none" strike="noStrike">
                <a:solidFill>
                  <a:srgbClr val="FCFCFC"/>
                </a:solidFill>
                <a:latin typeface="Pretendard Regular"/>
              </a:rPr>
              <a:t>07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5003800" y="4965700"/>
            <a:ext cx="1054100" cy="68453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2500" y="7950200"/>
            <a:ext cx="863600" cy="8636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2247900" y="8128000"/>
            <a:ext cx="8001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700" b="0" i="0" u="none" strike="noStrike">
                <a:solidFill>
                  <a:srgbClr val="FCFCFC"/>
                </a:solidFill>
                <a:latin typeface="Pretendard Regular"/>
              </a:rPr>
              <a:t>04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2230100" y="4965700"/>
            <a:ext cx="1054100" cy="68453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8800" y="7950200"/>
            <a:ext cx="863600" cy="8636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9474200" y="8128000"/>
            <a:ext cx="8001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700" b="0" i="0" u="none" strike="noStrike">
                <a:solidFill>
                  <a:srgbClr val="FCFCFC"/>
                </a:solidFill>
                <a:latin typeface="Pretendard Regular"/>
              </a:rPr>
              <a:t>08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543300" y="4356100"/>
            <a:ext cx="4572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0" i="0" u="none" strike="noStrike" spc="-100" dirty="0">
                <a:solidFill>
                  <a:srgbClr val="747EA7"/>
                </a:solidFill>
                <a:ea typeface="Pretendard Medium"/>
              </a:rPr>
              <a:t>프로젝트 배경</a:t>
            </a:r>
            <a:endParaRPr lang="ko-KR" sz="2800" b="0" i="0" u="none" strike="noStrike" spc="-1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543300" y="5626100"/>
            <a:ext cx="4572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spc="-100" dirty="0">
                <a:solidFill>
                  <a:srgbClr val="747EA7"/>
                </a:solidFill>
                <a:latin typeface="Pretendard Medium"/>
                <a:ea typeface="Pretendard Medium"/>
              </a:rPr>
              <a:t>프로젝트 벤치마크</a:t>
            </a:r>
            <a:endParaRPr lang="ko-KR" sz="2800" b="0" i="0" u="none" strike="noStrike" spc="-1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543300" y="6870700"/>
            <a:ext cx="4572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0" i="0" u="none" strike="noStrike" spc="-100" dirty="0">
                <a:solidFill>
                  <a:srgbClr val="747EA7"/>
                </a:solidFill>
                <a:ea typeface="Pretendard Medium"/>
              </a:rPr>
              <a:t>프로젝트 </a:t>
            </a:r>
            <a:r>
              <a:rPr lang="ko-KR" altLang="en-US" sz="2800" spc="-100" dirty="0">
                <a:solidFill>
                  <a:srgbClr val="747EA7"/>
                </a:solidFill>
                <a:ea typeface="Pretendard Medium"/>
              </a:rPr>
              <a:t> 소개</a:t>
            </a:r>
            <a:endParaRPr lang="en-US" sz="2800" i="0" u="none" strike="noStrike" spc="-100" dirty="0">
              <a:solidFill>
                <a:srgbClr val="747EA7"/>
              </a:solidFill>
              <a:latin typeface="Pretendard Medium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3543300" y="8128000"/>
            <a:ext cx="4572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0" i="0" u="none" strike="noStrike" spc="-100" dirty="0">
                <a:solidFill>
                  <a:srgbClr val="747EA7"/>
                </a:solidFill>
                <a:ea typeface="Pretendard Medium"/>
              </a:rPr>
              <a:t>프로젝트 기획 </a:t>
            </a:r>
            <a:endParaRPr lang="ko-KR" sz="2800" b="0" i="0" u="none" strike="noStrike" spc="-1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0769600" y="4356100"/>
            <a:ext cx="4572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0" i="0" u="none" strike="noStrike" spc="-100" dirty="0">
                <a:solidFill>
                  <a:srgbClr val="747EA7"/>
                </a:solidFill>
                <a:ea typeface="Pretendard Medium"/>
              </a:rPr>
              <a:t>프로젝트 설계</a:t>
            </a:r>
            <a:endParaRPr lang="en-US" sz="2800" b="0" i="0" u="none" strike="noStrike" spc="-100" dirty="0">
              <a:solidFill>
                <a:srgbClr val="747EA7"/>
              </a:solidFill>
              <a:latin typeface="Pretendard Medium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0769600" y="5626100"/>
            <a:ext cx="4572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0" i="0" u="none" strike="noStrike" spc="-100" dirty="0">
                <a:solidFill>
                  <a:srgbClr val="747EA7"/>
                </a:solidFill>
                <a:ea typeface="Pretendard Medium"/>
              </a:rPr>
              <a:t>프로젝트 형상관리</a:t>
            </a:r>
            <a:endParaRPr lang="ko-KR" sz="2800" b="0" i="0" u="none" strike="noStrike" spc="-1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769600" y="6870700"/>
            <a:ext cx="4572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spc="-100" dirty="0">
                <a:solidFill>
                  <a:srgbClr val="747EA7"/>
                </a:solidFill>
                <a:latin typeface="Pretendard Medium"/>
                <a:ea typeface="Pretendard Medium"/>
              </a:rPr>
              <a:t>앞으로의 계획</a:t>
            </a:r>
            <a:endParaRPr lang="en-US" sz="2800" b="0" i="0" u="none" strike="noStrike" spc="-100" dirty="0">
              <a:solidFill>
                <a:srgbClr val="747EA7"/>
              </a:solidFill>
              <a:latin typeface="Pretendard Medium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0769600" y="8128000"/>
            <a:ext cx="4572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spc="-100" dirty="0">
                <a:solidFill>
                  <a:srgbClr val="747EA7"/>
                </a:solidFill>
                <a:latin typeface="Pretendard Medium"/>
                <a:ea typeface="Pretendard Medium"/>
              </a:rPr>
              <a:t>마무리</a:t>
            </a:r>
            <a:endParaRPr lang="en-US" sz="2800" b="0" i="0" u="none" strike="noStrike" spc="-100" dirty="0">
              <a:solidFill>
                <a:srgbClr val="747EA7"/>
              </a:solidFill>
              <a:latin typeface="Pretendar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58086" y="32258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>
                <a:solidFill>
                  <a:srgbClr val="FCFCFC"/>
                </a:solidFill>
                <a:latin typeface="Pretendard Medium"/>
              </a:rPr>
              <a:t>Lv.2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0786" y="4178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0786" y="5067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0786" y="5956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0786" y="6832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0786" y="7721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0786" y="8610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Lv.8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86" y="1562100"/>
            <a:ext cx="292100" cy="330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배경</a:t>
            </a:r>
            <a:endParaRPr lang="ko-KR" alt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089232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ea typeface="Pretendard Regular"/>
              </a:rPr>
              <a:t>| </a:t>
            </a:r>
            <a:r>
              <a:rPr lang="ko-KR" altLang="en-US" sz="2500" b="0" i="0" u="none" strike="noStrike" spc="-100" dirty="0">
                <a:solidFill>
                  <a:srgbClr val="747EA7"/>
                </a:solidFill>
                <a:ea typeface="Pretendard Regular"/>
              </a:rPr>
              <a:t>용어 설명</a:t>
            </a:r>
            <a:endParaRPr lang="ko-KR" altLang="ko-KR" sz="2500" b="0" i="0" u="none" strike="noStrike" spc="-100" dirty="0">
              <a:solidFill>
                <a:srgbClr val="747EA7"/>
              </a:solidFill>
              <a:ea typeface="Pretendard Regular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/>
          <p:cNvSpPr txBox="1"/>
          <p:nvPr/>
        </p:nvSpPr>
        <p:spPr>
          <a:xfrm>
            <a:off x="15125700" y="1524000"/>
            <a:ext cx="711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800" b="0" i="0" u="none" strike="noStrike" spc="-100" dirty="0">
                <a:solidFill>
                  <a:srgbClr val="FCFCFC">
                    <a:alpha val="98824"/>
                  </a:srgbClr>
                </a:solidFill>
                <a:ea typeface="Pretendard Medium"/>
              </a:rPr>
              <a:t>난이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>
                <a:solidFill>
                  <a:srgbClr val="747EA7"/>
                </a:solidFill>
                <a:latin typeface="Pretendard Medium"/>
              </a:rPr>
              <a:t>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0786" y="241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Lv.1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0900" y="3898900"/>
            <a:ext cx="977900" cy="9779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6959600"/>
            <a:ext cx="1143000" cy="1143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0" y="7010400"/>
            <a:ext cx="965200" cy="965200"/>
          </a:xfrm>
          <a:prstGeom prst="rect">
            <a:avLst/>
          </a:prstGeom>
        </p:spPr>
      </p:pic>
      <p:pic>
        <p:nvPicPr>
          <p:cNvPr id="55" name="Picture 6">
            <a:extLst>
              <a:ext uri="{FF2B5EF4-FFF2-40B4-BE49-F238E27FC236}">
                <a16:creationId xmlns:a16="http://schemas.microsoft.com/office/drawing/2014/main" id="{902CDB19-8CF2-8638-E1CD-D796E80A23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786" y="1447800"/>
            <a:ext cx="1092200" cy="8115300"/>
          </a:xfrm>
          <a:prstGeom prst="rect">
            <a:avLst/>
          </a:prstGeom>
        </p:spPr>
      </p:pic>
      <p:pic>
        <p:nvPicPr>
          <p:cNvPr id="56" name="Picture 7">
            <a:extLst>
              <a:ext uri="{FF2B5EF4-FFF2-40B4-BE49-F238E27FC236}">
                <a16:creationId xmlns:a16="http://schemas.microsoft.com/office/drawing/2014/main" id="{D9F4A161-4B67-E7D7-3714-372A8F965FA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886" y="2211137"/>
            <a:ext cx="1333500" cy="863600"/>
          </a:xfrm>
          <a:prstGeom prst="rect">
            <a:avLst/>
          </a:prstGeom>
          <a:effectLst>
            <a:outerShdw blurRad="57282" dist="86852" dir="2700000">
              <a:srgbClr val="C1C7E1">
                <a:alpha val="37000"/>
              </a:srgbClr>
            </a:outerShdw>
          </a:effectLst>
        </p:spPr>
      </p:pic>
      <p:sp>
        <p:nvSpPr>
          <p:cNvPr id="57" name="TextBox 8">
            <a:extLst>
              <a:ext uri="{FF2B5EF4-FFF2-40B4-BE49-F238E27FC236}">
                <a16:creationId xmlns:a16="http://schemas.microsoft.com/office/drawing/2014/main" id="{5CF8CED6-7E38-F7AD-998C-0D85E3438AEE}"/>
              </a:ext>
            </a:extLst>
          </p:cNvPr>
          <p:cNvSpPr txBox="1"/>
          <p:nvPr/>
        </p:nvSpPr>
        <p:spPr>
          <a:xfrm>
            <a:off x="1010486" y="24257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 dirty="0">
                <a:solidFill>
                  <a:srgbClr val="FCFCFC"/>
                </a:solidFill>
                <a:latin typeface="Pretendard Medium"/>
              </a:rPr>
              <a:t>1</a:t>
            </a:r>
          </a:p>
        </p:txBody>
      </p:sp>
      <p:sp>
        <p:nvSpPr>
          <p:cNvPr id="58" name="TextBox 9">
            <a:extLst>
              <a:ext uri="{FF2B5EF4-FFF2-40B4-BE49-F238E27FC236}">
                <a16:creationId xmlns:a16="http://schemas.microsoft.com/office/drawing/2014/main" id="{05349B4F-7F60-C1A3-AF39-5D497854F986}"/>
              </a:ext>
            </a:extLst>
          </p:cNvPr>
          <p:cNvSpPr txBox="1"/>
          <p:nvPr/>
        </p:nvSpPr>
        <p:spPr>
          <a:xfrm>
            <a:off x="1023186" y="34544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2</a:t>
            </a:r>
          </a:p>
        </p:txBody>
      </p:sp>
      <p:sp>
        <p:nvSpPr>
          <p:cNvPr id="59" name="TextBox 10">
            <a:extLst>
              <a:ext uri="{FF2B5EF4-FFF2-40B4-BE49-F238E27FC236}">
                <a16:creationId xmlns:a16="http://schemas.microsoft.com/office/drawing/2014/main" id="{BD996F8D-3367-B27A-DAFE-7B1192954152}"/>
              </a:ext>
            </a:extLst>
          </p:cNvPr>
          <p:cNvSpPr txBox="1"/>
          <p:nvPr/>
        </p:nvSpPr>
        <p:spPr>
          <a:xfrm>
            <a:off x="1023186" y="4330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3</a:t>
            </a:r>
          </a:p>
        </p:txBody>
      </p:sp>
      <p:sp>
        <p:nvSpPr>
          <p:cNvPr id="60" name="TextBox 11">
            <a:extLst>
              <a:ext uri="{FF2B5EF4-FFF2-40B4-BE49-F238E27FC236}">
                <a16:creationId xmlns:a16="http://schemas.microsoft.com/office/drawing/2014/main" id="{7499060D-5469-0EF0-BA94-01CBBC069114}"/>
              </a:ext>
            </a:extLst>
          </p:cNvPr>
          <p:cNvSpPr txBox="1"/>
          <p:nvPr/>
        </p:nvSpPr>
        <p:spPr>
          <a:xfrm>
            <a:off x="1023186" y="5219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4</a:t>
            </a:r>
          </a:p>
        </p:txBody>
      </p:sp>
      <p:sp>
        <p:nvSpPr>
          <p:cNvPr id="61" name="TextBox 12">
            <a:extLst>
              <a:ext uri="{FF2B5EF4-FFF2-40B4-BE49-F238E27FC236}">
                <a16:creationId xmlns:a16="http://schemas.microsoft.com/office/drawing/2014/main" id="{CD1CF548-1CB9-D23E-7D9E-AA0FE8A6244D}"/>
              </a:ext>
            </a:extLst>
          </p:cNvPr>
          <p:cNvSpPr txBox="1"/>
          <p:nvPr/>
        </p:nvSpPr>
        <p:spPr>
          <a:xfrm>
            <a:off x="1023186" y="6108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5</a:t>
            </a:r>
          </a:p>
        </p:txBody>
      </p:sp>
      <p:sp>
        <p:nvSpPr>
          <p:cNvPr id="62" name="TextBox 13">
            <a:extLst>
              <a:ext uri="{FF2B5EF4-FFF2-40B4-BE49-F238E27FC236}">
                <a16:creationId xmlns:a16="http://schemas.microsoft.com/office/drawing/2014/main" id="{825AD729-B4A5-1E3D-ED25-5AD48ACA5D86}"/>
              </a:ext>
            </a:extLst>
          </p:cNvPr>
          <p:cNvSpPr txBox="1"/>
          <p:nvPr/>
        </p:nvSpPr>
        <p:spPr>
          <a:xfrm>
            <a:off x="1023186" y="6985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6</a:t>
            </a:r>
          </a:p>
        </p:txBody>
      </p:sp>
      <p:sp>
        <p:nvSpPr>
          <p:cNvPr id="63" name="TextBox 14">
            <a:extLst>
              <a:ext uri="{FF2B5EF4-FFF2-40B4-BE49-F238E27FC236}">
                <a16:creationId xmlns:a16="http://schemas.microsoft.com/office/drawing/2014/main" id="{7BE4E5E3-B4D1-6EF5-053A-46CCD52E727E}"/>
              </a:ext>
            </a:extLst>
          </p:cNvPr>
          <p:cNvSpPr txBox="1"/>
          <p:nvPr/>
        </p:nvSpPr>
        <p:spPr>
          <a:xfrm>
            <a:off x="1023186" y="7874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7</a:t>
            </a:r>
          </a:p>
        </p:txBody>
      </p:sp>
      <p:sp>
        <p:nvSpPr>
          <p:cNvPr id="64" name="TextBox 15">
            <a:extLst>
              <a:ext uri="{FF2B5EF4-FFF2-40B4-BE49-F238E27FC236}">
                <a16:creationId xmlns:a16="http://schemas.microsoft.com/office/drawing/2014/main" id="{0308A7DD-3C07-3DC8-76AA-BBE4FC74CF7B}"/>
              </a:ext>
            </a:extLst>
          </p:cNvPr>
          <p:cNvSpPr txBox="1"/>
          <p:nvPr/>
        </p:nvSpPr>
        <p:spPr>
          <a:xfrm>
            <a:off x="1023186" y="876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8</a:t>
            </a:r>
          </a:p>
        </p:txBody>
      </p:sp>
      <p:pic>
        <p:nvPicPr>
          <p:cNvPr id="65" name="Picture 16">
            <a:extLst>
              <a:ext uri="{FF2B5EF4-FFF2-40B4-BE49-F238E27FC236}">
                <a16:creationId xmlns:a16="http://schemas.microsoft.com/office/drawing/2014/main" id="{3E9E7363-6FD3-3727-673F-7355CC0FF2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186" y="1714500"/>
            <a:ext cx="292100" cy="330200"/>
          </a:xfrm>
          <a:prstGeom prst="rect">
            <a:avLst/>
          </a:prstGeom>
        </p:spPr>
      </p:pic>
      <p:sp>
        <p:nvSpPr>
          <p:cNvPr id="66" name="내용 개체 틀 2">
            <a:extLst>
              <a:ext uri="{FF2B5EF4-FFF2-40B4-BE49-F238E27FC236}">
                <a16:creationId xmlns:a16="http://schemas.microsoft.com/office/drawing/2014/main" id="{05C0B729-02B1-54F5-734D-050CFD3936C1}"/>
              </a:ext>
            </a:extLst>
          </p:cNvPr>
          <p:cNvSpPr txBox="1">
            <a:spLocks/>
          </p:cNvSpPr>
          <p:nvPr/>
        </p:nvSpPr>
        <p:spPr>
          <a:xfrm>
            <a:off x="2760578" y="3149056"/>
            <a:ext cx="13927221" cy="53789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accent4">
                    <a:lumMod val="50000"/>
                  </a:schemeClr>
                </a:solidFill>
              </a:rPr>
              <a:t>LLM</a:t>
            </a:r>
            <a:r>
              <a:rPr lang="ko-KR" altLang="en-US" dirty="0">
                <a:solidFill>
                  <a:schemeClr val="accent4">
                    <a:lumMod val="50000"/>
                  </a:schemeClr>
                </a:solidFill>
              </a:rPr>
              <a:t>이란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</a:rPr>
              <a:t>? </a:t>
            </a:r>
          </a:p>
          <a:p>
            <a:pPr marL="457200" lvl="1" indent="0">
              <a:buFont typeface="Arial" pitchFamily="34" charset="0"/>
              <a:buNone/>
            </a:pP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</a:rPr>
              <a:t>Large Language Models</a:t>
            </a:r>
            <a:r>
              <a:rPr lang="ko-KR" altLang="en-US" dirty="0">
                <a:solidFill>
                  <a:schemeClr val="accent4">
                    <a:lumMod val="50000"/>
                  </a:schemeClr>
                </a:solidFill>
              </a:rPr>
              <a:t>의 약자로서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accent4">
                    <a:lumMod val="50000"/>
                  </a:schemeClr>
                </a:solidFill>
              </a:rPr>
              <a:t>자연어 처리 작업을 수행할 수 있는 딥 러닝 알고리즘이다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  <a:p>
            <a:pPr marL="457200" lvl="1" indent="0">
              <a:buFont typeface="Arial" pitchFamily="34" charset="0"/>
              <a:buNone/>
            </a:pPr>
            <a:endParaRPr lang="en-US" altLang="ko-KR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altLang="ko-KR" dirty="0">
                <a:solidFill>
                  <a:schemeClr val="accent4">
                    <a:lumMod val="50000"/>
                  </a:schemeClr>
                </a:solidFill>
              </a:rPr>
              <a:t>RAG</a:t>
            </a:r>
            <a:r>
              <a:rPr lang="ko-KR" altLang="en-US" dirty="0">
                <a:solidFill>
                  <a:schemeClr val="accent4">
                    <a:lumMod val="50000"/>
                  </a:schemeClr>
                </a:solidFill>
              </a:rPr>
              <a:t>란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</a:rPr>
              <a:t>?</a:t>
            </a:r>
          </a:p>
          <a:p>
            <a:pPr marL="457200" lvl="1" indent="0">
              <a:buFont typeface="Arial" pitchFamily="34" charset="0"/>
              <a:buNone/>
            </a:pP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</a:rPr>
              <a:t>RAG</a:t>
            </a:r>
            <a:r>
              <a:rPr lang="ko-KR" altLang="en-US" dirty="0">
                <a:solidFill>
                  <a:schemeClr val="accent4">
                    <a:lumMod val="50000"/>
                  </a:schemeClr>
                </a:solidFill>
              </a:rPr>
              <a:t>는 맞춤형 데이터를 활용하여 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</a:rPr>
              <a:t>LLM</a:t>
            </a:r>
            <a:r>
              <a:rPr lang="ko-KR" altLang="en-US" dirty="0">
                <a:solidFill>
                  <a:schemeClr val="accent4">
                    <a:lumMod val="50000"/>
                  </a:schemeClr>
                </a:solidFill>
              </a:rPr>
              <a:t>의 효율성을 개선할 수 있는 자연어 처리 기술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  <a:p>
            <a:endParaRPr lang="en-US" altLang="ko-KR" dirty="0">
              <a:solidFill>
                <a:schemeClr val="accent4">
                  <a:lumMod val="50000"/>
                </a:schemeClr>
              </a:solidFill>
            </a:endParaRPr>
          </a:p>
          <a:p>
            <a:pPr marL="457200" lvl="1" indent="0">
              <a:buFont typeface="Arial" pitchFamily="34" charset="0"/>
              <a:buNone/>
            </a:pP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</a:rPr>
              <a:t> </a:t>
            </a:r>
          </a:p>
          <a:p>
            <a:pPr marL="457200" lvl="1" indent="0">
              <a:buFont typeface="Arial" pitchFamily="34" charset="0"/>
              <a:buNone/>
            </a:pPr>
            <a:endParaRPr lang="en-US" altLang="ko-KR" dirty="0">
              <a:solidFill>
                <a:schemeClr val="accent4">
                  <a:lumMod val="50000"/>
                </a:schemeClr>
              </a:solidFill>
            </a:endParaRPr>
          </a:p>
          <a:p>
            <a:pPr marL="457200" lvl="1" indent="0">
              <a:buFont typeface="Arial" pitchFamily="34" charset="0"/>
              <a:buNone/>
            </a:pPr>
            <a:endParaRPr lang="en-US" altLang="ko-KR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953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09F3-9CF7-45A8-98D4-845728CB7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02AA2E9-7D6A-1E50-937D-03C0C65E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AF141CF-AFB9-ED93-3010-4CC088DED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7C0D2AC-195C-BFB6-441C-53D7CB0BC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AA88CD1F-E6BF-35BF-F208-B254E0E08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16F4E74C-79F6-C1FC-25BD-28B878DF3313}"/>
              </a:ext>
            </a:extLst>
          </p:cNvPr>
          <p:cNvSpPr txBox="1"/>
          <p:nvPr/>
        </p:nvSpPr>
        <p:spPr>
          <a:xfrm>
            <a:off x="858086" y="32258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>
                <a:solidFill>
                  <a:srgbClr val="FCFCFC"/>
                </a:solidFill>
                <a:latin typeface="Pretendard Medium"/>
              </a:rPr>
              <a:t>Lv.2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9F8D451-C491-1E60-1F53-FE2E09B8C4D7}"/>
              </a:ext>
            </a:extLst>
          </p:cNvPr>
          <p:cNvSpPr txBox="1"/>
          <p:nvPr/>
        </p:nvSpPr>
        <p:spPr>
          <a:xfrm>
            <a:off x="870786" y="4178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07C4E1D-5F3C-A97F-7E9E-9C8CEC6327EA}"/>
              </a:ext>
            </a:extLst>
          </p:cNvPr>
          <p:cNvSpPr txBox="1"/>
          <p:nvPr/>
        </p:nvSpPr>
        <p:spPr>
          <a:xfrm>
            <a:off x="870786" y="5067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Lv.4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318A17F-D366-9CCE-0B87-7903BA88D9CB}"/>
              </a:ext>
            </a:extLst>
          </p:cNvPr>
          <p:cNvSpPr txBox="1"/>
          <p:nvPr/>
        </p:nvSpPr>
        <p:spPr>
          <a:xfrm>
            <a:off x="870786" y="5956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3F364AD-3F82-832D-C1FA-5DB1598C5EA3}"/>
              </a:ext>
            </a:extLst>
          </p:cNvPr>
          <p:cNvSpPr txBox="1"/>
          <p:nvPr/>
        </p:nvSpPr>
        <p:spPr>
          <a:xfrm>
            <a:off x="870786" y="6832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E4F8BE4-2CF7-ED05-4AAE-E25FDC90CBD2}"/>
              </a:ext>
            </a:extLst>
          </p:cNvPr>
          <p:cNvSpPr txBox="1"/>
          <p:nvPr/>
        </p:nvSpPr>
        <p:spPr>
          <a:xfrm>
            <a:off x="870786" y="7721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11AB3E2-A394-0C55-0E5C-A51DBD297373}"/>
              </a:ext>
            </a:extLst>
          </p:cNvPr>
          <p:cNvSpPr txBox="1"/>
          <p:nvPr/>
        </p:nvSpPr>
        <p:spPr>
          <a:xfrm>
            <a:off x="870786" y="8610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Lv.8</a:t>
            </a: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1D90FE24-65B5-AAAD-F70F-823A6A470A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86" y="1562100"/>
            <a:ext cx="292100" cy="3302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DAC1BC04-6A03-C3B9-473C-3A1F317BB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CB0EAA14-77B3-A5A7-9977-A12836206541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배경</a:t>
            </a:r>
            <a:endParaRPr lang="ko-KR" alt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1652085-96CF-D7CB-B651-84C8B7BB208E}"/>
              </a:ext>
            </a:extLst>
          </p:cNvPr>
          <p:cNvSpPr txBox="1"/>
          <p:nvPr/>
        </p:nvSpPr>
        <p:spPr>
          <a:xfrm>
            <a:off x="8089232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ea typeface="Pretendard Regular"/>
              </a:rPr>
              <a:t>|  </a:t>
            </a:r>
            <a:r>
              <a:rPr lang="ko-KR" altLang="en-US" sz="2500" spc="-100" dirty="0">
                <a:solidFill>
                  <a:srgbClr val="747EA7"/>
                </a:solidFill>
                <a:ea typeface="Pretendard Regular"/>
              </a:rPr>
              <a:t>실용적 관점</a:t>
            </a:r>
            <a:endParaRPr lang="ko-KR" altLang="ko-KR" sz="2500" b="0" i="0" u="none" strike="noStrike" spc="-100" dirty="0">
              <a:solidFill>
                <a:srgbClr val="747EA7"/>
              </a:solidFill>
              <a:ea typeface="Pretendard Regular"/>
            </a:endParaRP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5D2B9EE-254A-D7ED-0D6B-5D6C1FE295B6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627B249E-0E0A-1CED-DF62-568AAFE878CF}"/>
              </a:ext>
            </a:extLst>
          </p:cNvPr>
          <p:cNvSpPr txBox="1"/>
          <p:nvPr/>
        </p:nvSpPr>
        <p:spPr>
          <a:xfrm>
            <a:off x="15125700" y="1524000"/>
            <a:ext cx="711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800" b="0" i="0" u="none" strike="noStrike" spc="-100" dirty="0">
                <a:solidFill>
                  <a:srgbClr val="FCFCFC">
                    <a:alpha val="98824"/>
                  </a:srgbClr>
                </a:solidFill>
                <a:ea typeface="Pretendard Medium"/>
              </a:rPr>
              <a:t>난이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10F7478-7630-6129-E352-9BD7610D020D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04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7D57B27-7431-8606-7A8C-0AB9624248BF}"/>
              </a:ext>
            </a:extLst>
          </p:cNvPr>
          <p:cNvSpPr txBox="1"/>
          <p:nvPr/>
        </p:nvSpPr>
        <p:spPr>
          <a:xfrm>
            <a:off x="870786" y="241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Lv.1</a:t>
            </a:r>
          </a:p>
        </p:txBody>
      </p:sp>
      <p:pic>
        <p:nvPicPr>
          <p:cNvPr id="36" name="Picture 36">
            <a:extLst>
              <a:ext uri="{FF2B5EF4-FFF2-40B4-BE49-F238E27FC236}">
                <a16:creationId xmlns:a16="http://schemas.microsoft.com/office/drawing/2014/main" id="{D739795E-0FB2-04B6-5CCB-5FBFC447A9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0900" y="3898900"/>
            <a:ext cx="977900" cy="977900"/>
          </a:xfrm>
          <a:prstGeom prst="rect">
            <a:avLst/>
          </a:prstGeom>
        </p:spPr>
      </p:pic>
      <p:pic>
        <p:nvPicPr>
          <p:cNvPr id="39" name="Picture 39">
            <a:extLst>
              <a:ext uri="{FF2B5EF4-FFF2-40B4-BE49-F238E27FC236}">
                <a16:creationId xmlns:a16="http://schemas.microsoft.com/office/drawing/2014/main" id="{D7CC8C7A-D1D5-CDF2-76BA-FE6C52F12E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6959600"/>
            <a:ext cx="1143000" cy="1143000"/>
          </a:xfrm>
          <a:prstGeom prst="rect">
            <a:avLst/>
          </a:prstGeom>
        </p:spPr>
      </p:pic>
      <p:pic>
        <p:nvPicPr>
          <p:cNvPr id="40" name="Picture 40">
            <a:extLst>
              <a:ext uri="{FF2B5EF4-FFF2-40B4-BE49-F238E27FC236}">
                <a16:creationId xmlns:a16="http://schemas.microsoft.com/office/drawing/2014/main" id="{93D45CE9-2AA6-2F96-64AC-27C900B080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0" y="7010400"/>
            <a:ext cx="965200" cy="965200"/>
          </a:xfrm>
          <a:prstGeom prst="rect">
            <a:avLst/>
          </a:prstGeom>
        </p:spPr>
      </p:pic>
      <p:pic>
        <p:nvPicPr>
          <p:cNvPr id="55" name="Picture 6">
            <a:extLst>
              <a:ext uri="{FF2B5EF4-FFF2-40B4-BE49-F238E27FC236}">
                <a16:creationId xmlns:a16="http://schemas.microsoft.com/office/drawing/2014/main" id="{2ED258E3-EAE5-F722-0A73-CA800FCF372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786" y="1447800"/>
            <a:ext cx="1092200" cy="8115300"/>
          </a:xfrm>
          <a:prstGeom prst="rect">
            <a:avLst/>
          </a:prstGeom>
        </p:spPr>
      </p:pic>
      <p:pic>
        <p:nvPicPr>
          <p:cNvPr id="56" name="Picture 7">
            <a:extLst>
              <a:ext uri="{FF2B5EF4-FFF2-40B4-BE49-F238E27FC236}">
                <a16:creationId xmlns:a16="http://schemas.microsoft.com/office/drawing/2014/main" id="{0F98C113-C088-BF2C-3A08-F1514C89FC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886" y="2211137"/>
            <a:ext cx="1333500" cy="863600"/>
          </a:xfrm>
          <a:prstGeom prst="rect">
            <a:avLst/>
          </a:prstGeom>
          <a:effectLst>
            <a:outerShdw blurRad="57282" dist="86852" dir="2700000">
              <a:srgbClr val="C1C7E1">
                <a:alpha val="37000"/>
              </a:srgbClr>
            </a:outerShdw>
          </a:effectLst>
        </p:spPr>
      </p:pic>
      <p:sp>
        <p:nvSpPr>
          <p:cNvPr id="57" name="TextBox 8">
            <a:extLst>
              <a:ext uri="{FF2B5EF4-FFF2-40B4-BE49-F238E27FC236}">
                <a16:creationId xmlns:a16="http://schemas.microsoft.com/office/drawing/2014/main" id="{85435ED6-6F87-DC02-A418-E81494FD9C8A}"/>
              </a:ext>
            </a:extLst>
          </p:cNvPr>
          <p:cNvSpPr txBox="1"/>
          <p:nvPr/>
        </p:nvSpPr>
        <p:spPr>
          <a:xfrm>
            <a:off x="1010486" y="24257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 dirty="0">
                <a:solidFill>
                  <a:srgbClr val="FCFCFC"/>
                </a:solidFill>
                <a:latin typeface="Pretendard Medium"/>
              </a:rPr>
              <a:t>1</a:t>
            </a:r>
          </a:p>
        </p:txBody>
      </p:sp>
      <p:sp>
        <p:nvSpPr>
          <p:cNvPr id="58" name="TextBox 9">
            <a:extLst>
              <a:ext uri="{FF2B5EF4-FFF2-40B4-BE49-F238E27FC236}">
                <a16:creationId xmlns:a16="http://schemas.microsoft.com/office/drawing/2014/main" id="{45BE3085-2128-1602-96A8-7E612D62E902}"/>
              </a:ext>
            </a:extLst>
          </p:cNvPr>
          <p:cNvSpPr txBox="1"/>
          <p:nvPr/>
        </p:nvSpPr>
        <p:spPr>
          <a:xfrm>
            <a:off x="1023186" y="34544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2</a:t>
            </a:r>
          </a:p>
        </p:txBody>
      </p:sp>
      <p:sp>
        <p:nvSpPr>
          <p:cNvPr id="59" name="TextBox 10">
            <a:extLst>
              <a:ext uri="{FF2B5EF4-FFF2-40B4-BE49-F238E27FC236}">
                <a16:creationId xmlns:a16="http://schemas.microsoft.com/office/drawing/2014/main" id="{C77DD05E-DA71-F9C4-9E71-EA01AFE4A708}"/>
              </a:ext>
            </a:extLst>
          </p:cNvPr>
          <p:cNvSpPr txBox="1"/>
          <p:nvPr/>
        </p:nvSpPr>
        <p:spPr>
          <a:xfrm>
            <a:off x="1023186" y="4330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3</a:t>
            </a:r>
          </a:p>
        </p:txBody>
      </p:sp>
      <p:sp>
        <p:nvSpPr>
          <p:cNvPr id="60" name="TextBox 11">
            <a:extLst>
              <a:ext uri="{FF2B5EF4-FFF2-40B4-BE49-F238E27FC236}">
                <a16:creationId xmlns:a16="http://schemas.microsoft.com/office/drawing/2014/main" id="{E7299E57-F93E-EF83-E462-A96C5188E85C}"/>
              </a:ext>
            </a:extLst>
          </p:cNvPr>
          <p:cNvSpPr txBox="1"/>
          <p:nvPr/>
        </p:nvSpPr>
        <p:spPr>
          <a:xfrm>
            <a:off x="1023186" y="5219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4</a:t>
            </a:r>
          </a:p>
        </p:txBody>
      </p:sp>
      <p:sp>
        <p:nvSpPr>
          <p:cNvPr id="61" name="TextBox 12">
            <a:extLst>
              <a:ext uri="{FF2B5EF4-FFF2-40B4-BE49-F238E27FC236}">
                <a16:creationId xmlns:a16="http://schemas.microsoft.com/office/drawing/2014/main" id="{A4541E9A-1655-D1B3-DE84-972AC5352113}"/>
              </a:ext>
            </a:extLst>
          </p:cNvPr>
          <p:cNvSpPr txBox="1"/>
          <p:nvPr/>
        </p:nvSpPr>
        <p:spPr>
          <a:xfrm>
            <a:off x="1023186" y="6108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5</a:t>
            </a:r>
          </a:p>
        </p:txBody>
      </p:sp>
      <p:sp>
        <p:nvSpPr>
          <p:cNvPr id="62" name="TextBox 13">
            <a:extLst>
              <a:ext uri="{FF2B5EF4-FFF2-40B4-BE49-F238E27FC236}">
                <a16:creationId xmlns:a16="http://schemas.microsoft.com/office/drawing/2014/main" id="{E257D438-8096-633B-8D96-F4265E457623}"/>
              </a:ext>
            </a:extLst>
          </p:cNvPr>
          <p:cNvSpPr txBox="1"/>
          <p:nvPr/>
        </p:nvSpPr>
        <p:spPr>
          <a:xfrm>
            <a:off x="1023186" y="6985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6</a:t>
            </a:r>
          </a:p>
        </p:txBody>
      </p:sp>
      <p:sp>
        <p:nvSpPr>
          <p:cNvPr id="63" name="TextBox 14">
            <a:extLst>
              <a:ext uri="{FF2B5EF4-FFF2-40B4-BE49-F238E27FC236}">
                <a16:creationId xmlns:a16="http://schemas.microsoft.com/office/drawing/2014/main" id="{F295F580-4851-E2F5-DF79-0A7612FA4B97}"/>
              </a:ext>
            </a:extLst>
          </p:cNvPr>
          <p:cNvSpPr txBox="1"/>
          <p:nvPr/>
        </p:nvSpPr>
        <p:spPr>
          <a:xfrm>
            <a:off x="1023186" y="7874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7</a:t>
            </a:r>
          </a:p>
        </p:txBody>
      </p:sp>
      <p:sp>
        <p:nvSpPr>
          <p:cNvPr id="64" name="TextBox 15">
            <a:extLst>
              <a:ext uri="{FF2B5EF4-FFF2-40B4-BE49-F238E27FC236}">
                <a16:creationId xmlns:a16="http://schemas.microsoft.com/office/drawing/2014/main" id="{52BF0644-267C-5430-B4B1-C84EC8A63EC6}"/>
              </a:ext>
            </a:extLst>
          </p:cNvPr>
          <p:cNvSpPr txBox="1"/>
          <p:nvPr/>
        </p:nvSpPr>
        <p:spPr>
          <a:xfrm>
            <a:off x="1023186" y="876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8</a:t>
            </a:r>
          </a:p>
        </p:txBody>
      </p:sp>
      <p:pic>
        <p:nvPicPr>
          <p:cNvPr id="65" name="Picture 16">
            <a:extLst>
              <a:ext uri="{FF2B5EF4-FFF2-40B4-BE49-F238E27FC236}">
                <a16:creationId xmlns:a16="http://schemas.microsoft.com/office/drawing/2014/main" id="{26A56623-5504-31E1-B474-2ADE3A9C54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186" y="1714500"/>
            <a:ext cx="292100" cy="33020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D9C51F4-CC5F-F753-4543-8F4C2FE01B30}"/>
              </a:ext>
            </a:extLst>
          </p:cNvPr>
          <p:cNvSpPr txBox="1">
            <a:spLocks/>
          </p:cNvSpPr>
          <p:nvPr/>
        </p:nvSpPr>
        <p:spPr>
          <a:xfrm>
            <a:off x="2760578" y="3149056"/>
            <a:ext cx="14422522" cy="53789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000" b="0" i="0" dirty="0">
                <a:solidFill>
                  <a:schemeClr val="accent4">
                    <a:lumMod val="50000"/>
                  </a:schemeClr>
                </a:solidFill>
                <a:effectLst/>
                <a:latin typeface="gg sans"/>
              </a:rPr>
              <a:t>주식 데이터는 전문 용어와 약어로 구성되어 있어 초보 투자자가 </a:t>
            </a:r>
            <a:r>
              <a:rPr lang="ko-KR" altLang="en-US" sz="3000" b="1" i="0" dirty="0">
                <a:solidFill>
                  <a:schemeClr val="accent4">
                    <a:lumMod val="50000"/>
                  </a:schemeClr>
                </a:solidFill>
                <a:effectLst/>
                <a:latin typeface="gg sans"/>
              </a:rPr>
              <a:t>이해하고 활용하기 어려움</a:t>
            </a:r>
            <a:endParaRPr lang="en-US" altLang="ko-KR" sz="3000" b="1" i="0" dirty="0">
              <a:solidFill>
                <a:schemeClr val="accent4">
                  <a:lumMod val="50000"/>
                </a:schemeClr>
              </a:solidFill>
              <a:effectLst/>
              <a:latin typeface="gg sans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accent4">
                    <a:lumMod val="50000"/>
                  </a:schemeClr>
                </a:solidFill>
                <a:latin typeface="gg sans"/>
              </a:rPr>
              <a:t>초보 투자자와 전문 투자자 간의 </a:t>
            </a:r>
            <a:r>
              <a:rPr lang="ko-KR" altLang="en-US" sz="3000" b="1" dirty="0">
                <a:solidFill>
                  <a:schemeClr val="accent4">
                    <a:lumMod val="50000"/>
                  </a:schemeClr>
                </a:solidFill>
                <a:latin typeface="gg sans"/>
              </a:rPr>
              <a:t>정보 격차</a:t>
            </a:r>
            <a:r>
              <a:rPr lang="ko-KR" altLang="en-US" sz="3000" dirty="0">
                <a:solidFill>
                  <a:schemeClr val="accent4">
                    <a:lumMod val="50000"/>
                  </a:schemeClr>
                </a:solidFill>
                <a:latin typeface="gg sans"/>
              </a:rPr>
              <a:t>를 줄이는 것</a:t>
            </a:r>
            <a:endParaRPr lang="en-US" altLang="ko-KR" sz="3000" dirty="0">
              <a:solidFill>
                <a:schemeClr val="accent4">
                  <a:lumMod val="50000"/>
                </a:schemeClr>
              </a:solidFill>
              <a:latin typeface="gg sans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000" b="0" i="0" dirty="0">
                <a:solidFill>
                  <a:schemeClr val="accent4">
                    <a:lumMod val="50000"/>
                  </a:schemeClr>
                </a:solidFill>
                <a:effectLst/>
                <a:latin typeface="gg sans"/>
              </a:rPr>
              <a:t>매수</a:t>
            </a:r>
            <a:r>
              <a:rPr lang="en-US" altLang="ko-KR" sz="3000" b="0" i="0" dirty="0">
                <a:solidFill>
                  <a:schemeClr val="accent4">
                    <a:lumMod val="50000"/>
                  </a:schemeClr>
                </a:solidFill>
                <a:effectLst/>
                <a:latin typeface="gg sans"/>
              </a:rPr>
              <a:t>/</a:t>
            </a:r>
            <a:r>
              <a:rPr lang="ko-KR" altLang="en-US" sz="3000" b="0" i="0" dirty="0">
                <a:solidFill>
                  <a:schemeClr val="accent4">
                    <a:lumMod val="50000"/>
                  </a:schemeClr>
                </a:solidFill>
                <a:effectLst/>
                <a:latin typeface="gg sans"/>
              </a:rPr>
              <a:t>매도 판단에 도움을 주기 위해</a:t>
            </a:r>
            <a:r>
              <a:rPr lang="en-US" altLang="ko-KR" sz="3000" b="0" i="0" dirty="0">
                <a:solidFill>
                  <a:schemeClr val="accent4">
                    <a:lumMod val="50000"/>
                  </a:schemeClr>
                </a:solidFill>
                <a:effectLst/>
                <a:latin typeface="gg sans"/>
              </a:rPr>
              <a:t>, </a:t>
            </a:r>
            <a:r>
              <a:rPr lang="ko-KR" altLang="en-US" sz="3000" b="0" i="0" dirty="0">
                <a:solidFill>
                  <a:schemeClr val="accent4">
                    <a:lumMod val="50000"/>
                  </a:schemeClr>
                </a:solidFill>
                <a:effectLst/>
                <a:latin typeface="gg sans"/>
              </a:rPr>
              <a:t>초보 투자자에게 </a:t>
            </a:r>
            <a:r>
              <a:rPr lang="ko-KR" altLang="en-US" sz="3000" b="1" i="0" dirty="0">
                <a:solidFill>
                  <a:schemeClr val="accent4">
                    <a:lumMod val="50000"/>
                  </a:schemeClr>
                </a:solidFill>
                <a:effectLst/>
                <a:latin typeface="gg sans"/>
              </a:rPr>
              <a:t>유용한 데이터와 조언을 제공</a:t>
            </a:r>
            <a:endParaRPr lang="en-US" altLang="ko-KR" sz="3000" b="1" i="0" dirty="0">
              <a:solidFill>
                <a:schemeClr val="accent4">
                  <a:lumMod val="50000"/>
                </a:schemeClr>
              </a:solidFill>
              <a:effectLst/>
              <a:latin typeface="gg sans"/>
            </a:endParaRPr>
          </a:p>
          <a:p>
            <a:pPr lvl="1"/>
            <a:endParaRPr lang="ko-KR" altLang="en-US" sz="30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254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87187-1D56-112C-CFAA-42EFA6BED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9A7BE5E-9413-12E0-BA85-7B1951642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56303AE-725E-9365-F1D7-F71580FB7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5221062-0557-B969-7FD6-8A617CD47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010ADA8-A654-B182-69E3-6FA6B9C80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0945F0FC-F4C1-70EE-8A4D-E8448DB4CA07}"/>
              </a:ext>
            </a:extLst>
          </p:cNvPr>
          <p:cNvSpPr txBox="1"/>
          <p:nvPr/>
        </p:nvSpPr>
        <p:spPr>
          <a:xfrm>
            <a:off x="858086" y="32258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>
                <a:solidFill>
                  <a:srgbClr val="FCFCFC"/>
                </a:solidFill>
                <a:latin typeface="Pretendard Medium"/>
              </a:rPr>
              <a:t>Lv.2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BF1FBC8-BC2C-78EF-B848-E708CE425212}"/>
              </a:ext>
            </a:extLst>
          </p:cNvPr>
          <p:cNvSpPr txBox="1"/>
          <p:nvPr/>
        </p:nvSpPr>
        <p:spPr>
          <a:xfrm>
            <a:off x="870786" y="4178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022B11D-D58D-A5D0-61E2-240FF5FC45EC}"/>
              </a:ext>
            </a:extLst>
          </p:cNvPr>
          <p:cNvSpPr txBox="1"/>
          <p:nvPr/>
        </p:nvSpPr>
        <p:spPr>
          <a:xfrm>
            <a:off x="870786" y="5067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Lv.4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7068483-FBFB-514C-CB40-E53894DA1CCF}"/>
              </a:ext>
            </a:extLst>
          </p:cNvPr>
          <p:cNvSpPr txBox="1"/>
          <p:nvPr/>
        </p:nvSpPr>
        <p:spPr>
          <a:xfrm>
            <a:off x="870786" y="5956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75E7C0E-CE8D-C0D2-7A38-210652D67A8D}"/>
              </a:ext>
            </a:extLst>
          </p:cNvPr>
          <p:cNvSpPr txBox="1"/>
          <p:nvPr/>
        </p:nvSpPr>
        <p:spPr>
          <a:xfrm>
            <a:off x="870786" y="6832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3134E44-F3F3-2909-C16D-3FB6F7546313}"/>
              </a:ext>
            </a:extLst>
          </p:cNvPr>
          <p:cNvSpPr txBox="1"/>
          <p:nvPr/>
        </p:nvSpPr>
        <p:spPr>
          <a:xfrm>
            <a:off x="870786" y="7721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CBC1C6A-106B-FD3C-8E5E-5595A0377ED0}"/>
              </a:ext>
            </a:extLst>
          </p:cNvPr>
          <p:cNvSpPr txBox="1"/>
          <p:nvPr/>
        </p:nvSpPr>
        <p:spPr>
          <a:xfrm>
            <a:off x="870786" y="8610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Lv.8</a:t>
            </a: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9EEE346E-C6AF-08A7-E514-25A4B404E1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86" y="1562100"/>
            <a:ext cx="292100" cy="3302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063066E7-25C8-3062-BAC2-A25F4B5113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5FE3B9E8-B377-20D6-F97A-B92DA53D0FB2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벤치마크</a:t>
            </a:r>
            <a:endParaRPr lang="ko-KR" alt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C2A0E57-AF36-59A2-A301-635FA6758986}"/>
              </a:ext>
            </a:extLst>
          </p:cNvPr>
          <p:cNvSpPr txBox="1"/>
          <p:nvPr/>
        </p:nvSpPr>
        <p:spPr>
          <a:xfrm>
            <a:off x="96012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ea typeface="Pretendard Regular"/>
              </a:rPr>
              <a:t>|  </a:t>
            </a:r>
            <a:r>
              <a:rPr lang="ko-KR" altLang="en-US" sz="2500" spc="-100" dirty="0">
                <a:solidFill>
                  <a:srgbClr val="747EA7"/>
                </a:solidFill>
                <a:ea typeface="Pretendard Regular"/>
              </a:rPr>
              <a:t>증권 뉴스</a:t>
            </a:r>
            <a:endParaRPr lang="ko-KR" altLang="ko-KR" sz="2500" b="0" i="0" u="none" strike="noStrike" spc="-100" dirty="0">
              <a:solidFill>
                <a:srgbClr val="747EA7"/>
              </a:solidFill>
              <a:ea typeface="Pretendard Regular"/>
            </a:endParaRP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0BA10F5-FB0C-4D97-C987-8F2881B81B5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9CEF1EFC-944B-9830-E5DA-BB929DBAA8F8}"/>
              </a:ext>
            </a:extLst>
          </p:cNvPr>
          <p:cNvSpPr txBox="1"/>
          <p:nvPr/>
        </p:nvSpPr>
        <p:spPr>
          <a:xfrm>
            <a:off x="15125700" y="1524000"/>
            <a:ext cx="711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800" b="0" i="0" u="none" strike="noStrike" spc="-100" dirty="0">
                <a:solidFill>
                  <a:srgbClr val="FCFCFC">
                    <a:alpha val="98824"/>
                  </a:srgbClr>
                </a:solidFill>
                <a:ea typeface="Pretendard Medium"/>
              </a:rPr>
              <a:t>난이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FD5C199-871F-569B-4BE4-51B5A58CBFD6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05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00543FA-6D23-CF0E-C398-8766CC724AF5}"/>
              </a:ext>
            </a:extLst>
          </p:cNvPr>
          <p:cNvSpPr txBox="1"/>
          <p:nvPr/>
        </p:nvSpPr>
        <p:spPr>
          <a:xfrm>
            <a:off x="870786" y="241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Lv.1</a:t>
            </a:r>
          </a:p>
        </p:txBody>
      </p:sp>
      <p:pic>
        <p:nvPicPr>
          <p:cNvPr id="36" name="Picture 36">
            <a:extLst>
              <a:ext uri="{FF2B5EF4-FFF2-40B4-BE49-F238E27FC236}">
                <a16:creationId xmlns:a16="http://schemas.microsoft.com/office/drawing/2014/main" id="{56F35524-FD28-91D7-4ECA-D1C185500E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0900" y="3898900"/>
            <a:ext cx="977900" cy="977900"/>
          </a:xfrm>
          <a:prstGeom prst="rect">
            <a:avLst/>
          </a:prstGeom>
        </p:spPr>
      </p:pic>
      <p:pic>
        <p:nvPicPr>
          <p:cNvPr id="39" name="Picture 39">
            <a:extLst>
              <a:ext uri="{FF2B5EF4-FFF2-40B4-BE49-F238E27FC236}">
                <a16:creationId xmlns:a16="http://schemas.microsoft.com/office/drawing/2014/main" id="{90AA6266-34F6-9AF5-479D-7F95627AC1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6959600"/>
            <a:ext cx="1143000" cy="1143000"/>
          </a:xfrm>
          <a:prstGeom prst="rect">
            <a:avLst/>
          </a:prstGeom>
        </p:spPr>
      </p:pic>
      <p:pic>
        <p:nvPicPr>
          <p:cNvPr id="40" name="Picture 40">
            <a:extLst>
              <a:ext uri="{FF2B5EF4-FFF2-40B4-BE49-F238E27FC236}">
                <a16:creationId xmlns:a16="http://schemas.microsoft.com/office/drawing/2014/main" id="{0C09CBF3-E704-F40C-0A7B-D7C33B442A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0" y="7010400"/>
            <a:ext cx="965200" cy="965200"/>
          </a:xfrm>
          <a:prstGeom prst="rect">
            <a:avLst/>
          </a:prstGeom>
        </p:spPr>
      </p:pic>
      <p:pic>
        <p:nvPicPr>
          <p:cNvPr id="55" name="Picture 6">
            <a:extLst>
              <a:ext uri="{FF2B5EF4-FFF2-40B4-BE49-F238E27FC236}">
                <a16:creationId xmlns:a16="http://schemas.microsoft.com/office/drawing/2014/main" id="{103FC9B9-3F14-9B8F-7B5D-8473E2C7BF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786" y="1447800"/>
            <a:ext cx="1092200" cy="8115300"/>
          </a:xfrm>
          <a:prstGeom prst="rect">
            <a:avLst/>
          </a:prstGeom>
        </p:spPr>
      </p:pic>
      <p:pic>
        <p:nvPicPr>
          <p:cNvPr id="56" name="Picture 7">
            <a:extLst>
              <a:ext uri="{FF2B5EF4-FFF2-40B4-BE49-F238E27FC236}">
                <a16:creationId xmlns:a16="http://schemas.microsoft.com/office/drawing/2014/main" id="{F53CA6D5-EECE-4403-22DD-91B6EB729E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886" y="3173666"/>
            <a:ext cx="1333500" cy="863600"/>
          </a:xfrm>
          <a:prstGeom prst="rect">
            <a:avLst/>
          </a:prstGeom>
          <a:effectLst>
            <a:outerShdw blurRad="57282" dist="86852" dir="2700000">
              <a:srgbClr val="C1C7E1">
                <a:alpha val="37000"/>
              </a:srgbClr>
            </a:outerShdw>
          </a:effectLst>
        </p:spPr>
      </p:pic>
      <p:sp>
        <p:nvSpPr>
          <p:cNvPr id="57" name="TextBox 8">
            <a:extLst>
              <a:ext uri="{FF2B5EF4-FFF2-40B4-BE49-F238E27FC236}">
                <a16:creationId xmlns:a16="http://schemas.microsoft.com/office/drawing/2014/main" id="{2A5FE1F8-1C25-716F-F0EC-C99E3A8DFA52}"/>
              </a:ext>
            </a:extLst>
          </p:cNvPr>
          <p:cNvSpPr txBox="1"/>
          <p:nvPr/>
        </p:nvSpPr>
        <p:spPr>
          <a:xfrm>
            <a:off x="1010486" y="24257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1</a:t>
            </a:r>
          </a:p>
        </p:txBody>
      </p:sp>
      <p:sp>
        <p:nvSpPr>
          <p:cNvPr id="58" name="TextBox 9">
            <a:extLst>
              <a:ext uri="{FF2B5EF4-FFF2-40B4-BE49-F238E27FC236}">
                <a16:creationId xmlns:a16="http://schemas.microsoft.com/office/drawing/2014/main" id="{D78A4B86-7D82-B1DC-7EB4-D8A19B3B596B}"/>
              </a:ext>
            </a:extLst>
          </p:cNvPr>
          <p:cNvSpPr txBox="1"/>
          <p:nvPr/>
        </p:nvSpPr>
        <p:spPr>
          <a:xfrm>
            <a:off x="1023186" y="34544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endParaRPr lang="en-US" sz="2800" b="0" i="0" u="none" strike="noStrike" spc="-100" dirty="0">
              <a:solidFill>
                <a:schemeClr val="bg1">
                  <a:alpha val="67843"/>
                </a:schemeClr>
              </a:solidFill>
              <a:latin typeface="Pretendard Regular"/>
            </a:endParaRPr>
          </a:p>
        </p:txBody>
      </p:sp>
      <p:sp>
        <p:nvSpPr>
          <p:cNvPr id="59" name="TextBox 10">
            <a:extLst>
              <a:ext uri="{FF2B5EF4-FFF2-40B4-BE49-F238E27FC236}">
                <a16:creationId xmlns:a16="http://schemas.microsoft.com/office/drawing/2014/main" id="{70F83B36-C3D9-051F-DAE9-A0C2574CA64F}"/>
              </a:ext>
            </a:extLst>
          </p:cNvPr>
          <p:cNvSpPr txBox="1"/>
          <p:nvPr/>
        </p:nvSpPr>
        <p:spPr>
          <a:xfrm>
            <a:off x="1023186" y="4330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3</a:t>
            </a:r>
          </a:p>
        </p:txBody>
      </p:sp>
      <p:sp>
        <p:nvSpPr>
          <p:cNvPr id="60" name="TextBox 11">
            <a:extLst>
              <a:ext uri="{FF2B5EF4-FFF2-40B4-BE49-F238E27FC236}">
                <a16:creationId xmlns:a16="http://schemas.microsoft.com/office/drawing/2014/main" id="{25D9A0E5-0B63-6C37-3B9A-F4685A085DCB}"/>
              </a:ext>
            </a:extLst>
          </p:cNvPr>
          <p:cNvSpPr txBox="1"/>
          <p:nvPr/>
        </p:nvSpPr>
        <p:spPr>
          <a:xfrm>
            <a:off x="1023186" y="5219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4</a:t>
            </a:r>
          </a:p>
        </p:txBody>
      </p:sp>
      <p:sp>
        <p:nvSpPr>
          <p:cNvPr id="61" name="TextBox 12">
            <a:extLst>
              <a:ext uri="{FF2B5EF4-FFF2-40B4-BE49-F238E27FC236}">
                <a16:creationId xmlns:a16="http://schemas.microsoft.com/office/drawing/2014/main" id="{697E5EBA-845D-17AD-0477-939FAB0AE379}"/>
              </a:ext>
            </a:extLst>
          </p:cNvPr>
          <p:cNvSpPr txBox="1"/>
          <p:nvPr/>
        </p:nvSpPr>
        <p:spPr>
          <a:xfrm>
            <a:off x="1023186" y="6108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5</a:t>
            </a:r>
          </a:p>
        </p:txBody>
      </p:sp>
      <p:sp>
        <p:nvSpPr>
          <p:cNvPr id="62" name="TextBox 13">
            <a:extLst>
              <a:ext uri="{FF2B5EF4-FFF2-40B4-BE49-F238E27FC236}">
                <a16:creationId xmlns:a16="http://schemas.microsoft.com/office/drawing/2014/main" id="{8F7024CE-CC79-FD21-C154-73155FA5AF41}"/>
              </a:ext>
            </a:extLst>
          </p:cNvPr>
          <p:cNvSpPr txBox="1"/>
          <p:nvPr/>
        </p:nvSpPr>
        <p:spPr>
          <a:xfrm>
            <a:off x="1023186" y="6985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6</a:t>
            </a:r>
          </a:p>
        </p:txBody>
      </p:sp>
      <p:sp>
        <p:nvSpPr>
          <p:cNvPr id="63" name="TextBox 14">
            <a:extLst>
              <a:ext uri="{FF2B5EF4-FFF2-40B4-BE49-F238E27FC236}">
                <a16:creationId xmlns:a16="http://schemas.microsoft.com/office/drawing/2014/main" id="{F96A48F1-4A5B-6320-EAC2-5E480048302F}"/>
              </a:ext>
            </a:extLst>
          </p:cNvPr>
          <p:cNvSpPr txBox="1"/>
          <p:nvPr/>
        </p:nvSpPr>
        <p:spPr>
          <a:xfrm>
            <a:off x="1023186" y="7874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7</a:t>
            </a:r>
          </a:p>
        </p:txBody>
      </p:sp>
      <p:sp>
        <p:nvSpPr>
          <p:cNvPr id="64" name="TextBox 15">
            <a:extLst>
              <a:ext uri="{FF2B5EF4-FFF2-40B4-BE49-F238E27FC236}">
                <a16:creationId xmlns:a16="http://schemas.microsoft.com/office/drawing/2014/main" id="{2E0271AC-1197-1DF4-4B04-0927EC41F482}"/>
              </a:ext>
            </a:extLst>
          </p:cNvPr>
          <p:cNvSpPr txBox="1"/>
          <p:nvPr/>
        </p:nvSpPr>
        <p:spPr>
          <a:xfrm>
            <a:off x="1023186" y="876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8</a:t>
            </a:r>
          </a:p>
        </p:txBody>
      </p:sp>
      <p:pic>
        <p:nvPicPr>
          <p:cNvPr id="65" name="Picture 16">
            <a:extLst>
              <a:ext uri="{FF2B5EF4-FFF2-40B4-BE49-F238E27FC236}">
                <a16:creationId xmlns:a16="http://schemas.microsoft.com/office/drawing/2014/main" id="{C58B9598-A37B-DC67-1CAE-0BE6284C7E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186" y="1714500"/>
            <a:ext cx="292100" cy="3302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98FBC1A-6FC7-A8E2-9A1E-0FCB839825A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59122" y="3022600"/>
            <a:ext cx="9594933" cy="6497748"/>
          </a:xfrm>
          <a:prstGeom prst="rect">
            <a:avLst/>
          </a:prstGeom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F01C5169-DF9C-BD3C-A672-6B1405FE2B34}"/>
              </a:ext>
            </a:extLst>
          </p:cNvPr>
          <p:cNvSpPr txBox="1"/>
          <p:nvPr/>
        </p:nvSpPr>
        <p:spPr>
          <a:xfrm>
            <a:off x="997285" y="3375025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 dirty="0">
                <a:solidFill>
                  <a:srgbClr val="FCFCFC"/>
                </a:solidFill>
                <a:latin typeface="Pretendard Mediu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16294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B3762-925F-C89F-2572-6A86D30DE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79F1F61-41F2-9C71-0CE6-09EA1D0C3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2824E5F-5757-DEB1-2630-BD71D40C3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3EC254F-299A-9310-1C5F-5122B9E3F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75AAA08-1BA4-27AA-57BF-60BE5FEF0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C1D28E4C-80C9-1D36-A7C5-D4A916042F65}"/>
              </a:ext>
            </a:extLst>
          </p:cNvPr>
          <p:cNvSpPr txBox="1"/>
          <p:nvPr/>
        </p:nvSpPr>
        <p:spPr>
          <a:xfrm>
            <a:off x="858086" y="32258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>
                <a:solidFill>
                  <a:srgbClr val="FCFCFC"/>
                </a:solidFill>
                <a:latin typeface="Pretendard Medium"/>
              </a:rPr>
              <a:t>Lv.2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C3F2AA9-96D7-4DE4-679F-5A314DD78A7C}"/>
              </a:ext>
            </a:extLst>
          </p:cNvPr>
          <p:cNvSpPr txBox="1"/>
          <p:nvPr/>
        </p:nvSpPr>
        <p:spPr>
          <a:xfrm>
            <a:off x="870786" y="4178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3344FB3-EAA3-732C-51FF-860AB8F24088}"/>
              </a:ext>
            </a:extLst>
          </p:cNvPr>
          <p:cNvSpPr txBox="1"/>
          <p:nvPr/>
        </p:nvSpPr>
        <p:spPr>
          <a:xfrm>
            <a:off x="870786" y="5067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Lv.4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CF5969E-EC2C-8F57-E0C0-5F7D52289D60}"/>
              </a:ext>
            </a:extLst>
          </p:cNvPr>
          <p:cNvSpPr txBox="1"/>
          <p:nvPr/>
        </p:nvSpPr>
        <p:spPr>
          <a:xfrm>
            <a:off x="870786" y="5956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5CE43C8-ABCD-5390-996C-280948080DB5}"/>
              </a:ext>
            </a:extLst>
          </p:cNvPr>
          <p:cNvSpPr txBox="1"/>
          <p:nvPr/>
        </p:nvSpPr>
        <p:spPr>
          <a:xfrm>
            <a:off x="870786" y="6832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C198092-BC9A-E57E-AA77-807CAFC66DA6}"/>
              </a:ext>
            </a:extLst>
          </p:cNvPr>
          <p:cNvSpPr txBox="1"/>
          <p:nvPr/>
        </p:nvSpPr>
        <p:spPr>
          <a:xfrm>
            <a:off x="870786" y="7721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58F60E9-D629-40F3-5EB9-95B059B5875D}"/>
              </a:ext>
            </a:extLst>
          </p:cNvPr>
          <p:cNvSpPr txBox="1"/>
          <p:nvPr/>
        </p:nvSpPr>
        <p:spPr>
          <a:xfrm>
            <a:off x="870786" y="8610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Lv.8</a:t>
            </a: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E033A813-B524-D3BD-8A6A-13D340E97D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86" y="1562100"/>
            <a:ext cx="292100" cy="3302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47057312-7899-00CE-BDDC-6341C0DEB6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6271E873-00B5-7EA0-B142-B645BF476416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벤치마크</a:t>
            </a:r>
            <a:endParaRPr lang="ko-KR" alt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79A4838-52E7-EF1B-5760-40D3307EFF7E}"/>
              </a:ext>
            </a:extLst>
          </p:cNvPr>
          <p:cNvSpPr txBox="1"/>
          <p:nvPr/>
        </p:nvSpPr>
        <p:spPr>
          <a:xfrm>
            <a:off x="96012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ea typeface="Pretendard Regular"/>
              </a:rPr>
              <a:t>|  </a:t>
            </a:r>
            <a:r>
              <a:rPr lang="ko-KR" altLang="en-US" sz="2500" spc="-100" dirty="0">
                <a:solidFill>
                  <a:srgbClr val="747EA7"/>
                </a:solidFill>
                <a:ea typeface="Pretendard Regular"/>
              </a:rPr>
              <a:t>증권 뉴스</a:t>
            </a:r>
            <a:endParaRPr lang="ko-KR" altLang="ko-KR" sz="2500" b="0" i="0" u="none" strike="noStrike" spc="-100" dirty="0">
              <a:solidFill>
                <a:srgbClr val="747EA7"/>
              </a:solidFill>
              <a:ea typeface="Pretendard Regular"/>
            </a:endParaRP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FADAA3DD-A18E-A46E-B51A-95C9D8D2464E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5F65CFA8-CAE1-8A16-26B6-EABD7890EB54}"/>
              </a:ext>
            </a:extLst>
          </p:cNvPr>
          <p:cNvSpPr txBox="1"/>
          <p:nvPr/>
        </p:nvSpPr>
        <p:spPr>
          <a:xfrm>
            <a:off x="15125700" y="1524000"/>
            <a:ext cx="711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800" b="0" i="0" u="none" strike="noStrike" spc="-100" dirty="0">
                <a:solidFill>
                  <a:srgbClr val="FCFCFC">
                    <a:alpha val="98824"/>
                  </a:srgbClr>
                </a:solidFill>
                <a:ea typeface="Pretendard Medium"/>
              </a:rPr>
              <a:t>난이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B2F2DD1-B1F2-E76E-9CB0-B61204B793AF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06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AA21076-4CA5-E57F-894E-B8859F21E2CF}"/>
              </a:ext>
            </a:extLst>
          </p:cNvPr>
          <p:cNvSpPr txBox="1"/>
          <p:nvPr/>
        </p:nvSpPr>
        <p:spPr>
          <a:xfrm>
            <a:off x="870786" y="241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Lv.1</a:t>
            </a:r>
          </a:p>
        </p:txBody>
      </p:sp>
      <p:pic>
        <p:nvPicPr>
          <p:cNvPr id="36" name="Picture 36">
            <a:extLst>
              <a:ext uri="{FF2B5EF4-FFF2-40B4-BE49-F238E27FC236}">
                <a16:creationId xmlns:a16="http://schemas.microsoft.com/office/drawing/2014/main" id="{A6D83B06-D45F-BB0F-6D93-43B6713E33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0900" y="3898900"/>
            <a:ext cx="977900" cy="977900"/>
          </a:xfrm>
          <a:prstGeom prst="rect">
            <a:avLst/>
          </a:prstGeom>
        </p:spPr>
      </p:pic>
      <p:pic>
        <p:nvPicPr>
          <p:cNvPr id="39" name="Picture 39">
            <a:extLst>
              <a:ext uri="{FF2B5EF4-FFF2-40B4-BE49-F238E27FC236}">
                <a16:creationId xmlns:a16="http://schemas.microsoft.com/office/drawing/2014/main" id="{3294FF74-73CD-9491-0666-C9BE21859E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6959600"/>
            <a:ext cx="1143000" cy="1143000"/>
          </a:xfrm>
          <a:prstGeom prst="rect">
            <a:avLst/>
          </a:prstGeom>
        </p:spPr>
      </p:pic>
      <p:pic>
        <p:nvPicPr>
          <p:cNvPr id="40" name="Picture 40">
            <a:extLst>
              <a:ext uri="{FF2B5EF4-FFF2-40B4-BE49-F238E27FC236}">
                <a16:creationId xmlns:a16="http://schemas.microsoft.com/office/drawing/2014/main" id="{B3AEA174-7DD4-5FFC-B9DF-616B33F769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0" y="7010400"/>
            <a:ext cx="965200" cy="965200"/>
          </a:xfrm>
          <a:prstGeom prst="rect">
            <a:avLst/>
          </a:prstGeom>
        </p:spPr>
      </p:pic>
      <p:pic>
        <p:nvPicPr>
          <p:cNvPr id="55" name="Picture 6">
            <a:extLst>
              <a:ext uri="{FF2B5EF4-FFF2-40B4-BE49-F238E27FC236}">
                <a16:creationId xmlns:a16="http://schemas.microsoft.com/office/drawing/2014/main" id="{28A60855-86AD-7A20-24D2-5800B73A94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786" y="1447800"/>
            <a:ext cx="1092200" cy="8115300"/>
          </a:xfrm>
          <a:prstGeom prst="rect">
            <a:avLst/>
          </a:prstGeom>
        </p:spPr>
      </p:pic>
      <p:pic>
        <p:nvPicPr>
          <p:cNvPr id="56" name="Picture 7">
            <a:extLst>
              <a:ext uri="{FF2B5EF4-FFF2-40B4-BE49-F238E27FC236}">
                <a16:creationId xmlns:a16="http://schemas.microsoft.com/office/drawing/2014/main" id="{B6F2960B-35BC-4240-0854-7716B7F42C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886" y="3173666"/>
            <a:ext cx="1333500" cy="863600"/>
          </a:xfrm>
          <a:prstGeom prst="rect">
            <a:avLst/>
          </a:prstGeom>
          <a:effectLst>
            <a:outerShdw blurRad="57282" dist="86852" dir="2700000">
              <a:srgbClr val="C1C7E1">
                <a:alpha val="37000"/>
              </a:srgbClr>
            </a:outerShdw>
          </a:effectLst>
        </p:spPr>
      </p:pic>
      <p:sp>
        <p:nvSpPr>
          <p:cNvPr id="57" name="TextBox 8">
            <a:extLst>
              <a:ext uri="{FF2B5EF4-FFF2-40B4-BE49-F238E27FC236}">
                <a16:creationId xmlns:a16="http://schemas.microsoft.com/office/drawing/2014/main" id="{0B996347-4377-CCAB-B794-9F311AD8D939}"/>
              </a:ext>
            </a:extLst>
          </p:cNvPr>
          <p:cNvSpPr txBox="1"/>
          <p:nvPr/>
        </p:nvSpPr>
        <p:spPr>
          <a:xfrm>
            <a:off x="1010486" y="24257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1</a:t>
            </a:r>
          </a:p>
        </p:txBody>
      </p:sp>
      <p:sp>
        <p:nvSpPr>
          <p:cNvPr id="59" name="TextBox 10">
            <a:extLst>
              <a:ext uri="{FF2B5EF4-FFF2-40B4-BE49-F238E27FC236}">
                <a16:creationId xmlns:a16="http://schemas.microsoft.com/office/drawing/2014/main" id="{22A9518B-8442-C999-D2E2-4181274F1D62}"/>
              </a:ext>
            </a:extLst>
          </p:cNvPr>
          <p:cNvSpPr txBox="1"/>
          <p:nvPr/>
        </p:nvSpPr>
        <p:spPr>
          <a:xfrm>
            <a:off x="1023186" y="4330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3</a:t>
            </a:r>
          </a:p>
        </p:txBody>
      </p:sp>
      <p:sp>
        <p:nvSpPr>
          <p:cNvPr id="60" name="TextBox 11">
            <a:extLst>
              <a:ext uri="{FF2B5EF4-FFF2-40B4-BE49-F238E27FC236}">
                <a16:creationId xmlns:a16="http://schemas.microsoft.com/office/drawing/2014/main" id="{834F92EC-3A35-6FF6-B624-3871FC129B77}"/>
              </a:ext>
            </a:extLst>
          </p:cNvPr>
          <p:cNvSpPr txBox="1"/>
          <p:nvPr/>
        </p:nvSpPr>
        <p:spPr>
          <a:xfrm>
            <a:off x="1023186" y="5219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4</a:t>
            </a:r>
          </a:p>
        </p:txBody>
      </p:sp>
      <p:sp>
        <p:nvSpPr>
          <p:cNvPr id="61" name="TextBox 12">
            <a:extLst>
              <a:ext uri="{FF2B5EF4-FFF2-40B4-BE49-F238E27FC236}">
                <a16:creationId xmlns:a16="http://schemas.microsoft.com/office/drawing/2014/main" id="{EBD4719C-747B-D04A-834F-ACE4C65F84C3}"/>
              </a:ext>
            </a:extLst>
          </p:cNvPr>
          <p:cNvSpPr txBox="1"/>
          <p:nvPr/>
        </p:nvSpPr>
        <p:spPr>
          <a:xfrm>
            <a:off x="1023186" y="6108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5</a:t>
            </a:r>
          </a:p>
        </p:txBody>
      </p:sp>
      <p:sp>
        <p:nvSpPr>
          <p:cNvPr id="62" name="TextBox 13">
            <a:extLst>
              <a:ext uri="{FF2B5EF4-FFF2-40B4-BE49-F238E27FC236}">
                <a16:creationId xmlns:a16="http://schemas.microsoft.com/office/drawing/2014/main" id="{05E8F144-514A-AC98-B372-BED95B111D2C}"/>
              </a:ext>
            </a:extLst>
          </p:cNvPr>
          <p:cNvSpPr txBox="1"/>
          <p:nvPr/>
        </p:nvSpPr>
        <p:spPr>
          <a:xfrm>
            <a:off x="1023186" y="6985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6</a:t>
            </a:r>
          </a:p>
        </p:txBody>
      </p:sp>
      <p:sp>
        <p:nvSpPr>
          <p:cNvPr id="63" name="TextBox 14">
            <a:extLst>
              <a:ext uri="{FF2B5EF4-FFF2-40B4-BE49-F238E27FC236}">
                <a16:creationId xmlns:a16="http://schemas.microsoft.com/office/drawing/2014/main" id="{54630715-2353-B12D-81EE-7BC37BAC6D44}"/>
              </a:ext>
            </a:extLst>
          </p:cNvPr>
          <p:cNvSpPr txBox="1"/>
          <p:nvPr/>
        </p:nvSpPr>
        <p:spPr>
          <a:xfrm>
            <a:off x="1023186" y="7874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7</a:t>
            </a:r>
          </a:p>
        </p:txBody>
      </p:sp>
      <p:sp>
        <p:nvSpPr>
          <p:cNvPr id="64" name="TextBox 15">
            <a:extLst>
              <a:ext uri="{FF2B5EF4-FFF2-40B4-BE49-F238E27FC236}">
                <a16:creationId xmlns:a16="http://schemas.microsoft.com/office/drawing/2014/main" id="{8B7D41D2-94C5-4085-BD4F-F10E4A69A4CA}"/>
              </a:ext>
            </a:extLst>
          </p:cNvPr>
          <p:cNvSpPr txBox="1"/>
          <p:nvPr/>
        </p:nvSpPr>
        <p:spPr>
          <a:xfrm>
            <a:off x="1023186" y="876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8</a:t>
            </a:r>
          </a:p>
        </p:txBody>
      </p:sp>
      <p:pic>
        <p:nvPicPr>
          <p:cNvPr id="65" name="Picture 16">
            <a:extLst>
              <a:ext uri="{FF2B5EF4-FFF2-40B4-BE49-F238E27FC236}">
                <a16:creationId xmlns:a16="http://schemas.microsoft.com/office/drawing/2014/main" id="{6B81F5F5-4A17-B10A-7095-48B4AF732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186" y="1714500"/>
            <a:ext cx="292100" cy="33020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94A9340-EB83-B725-5FDA-5BAC1787FA2D}"/>
              </a:ext>
            </a:extLst>
          </p:cNvPr>
          <p:cNvSpPr txBox="1">
            <a:spLocks/>
          </p:cNvSpPr>
          <p:nvPr/>
        </p:nvSpPr>
        <p:spPr>
          <a:xfrm>
            <a:off x="2819400" y="3729037"/>
            <a:ext cx="143637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r>
              <a:rPr lang="ko-KR" altLang="en-US" dirty="0"/>
              <a:t>중복 뉴스나 여러 종목에 대한 뉴스가 존재함 </a:t>
            </a:r>
            <a:r>
              <a:rPr lang="en-US" altLang="ko-KR" dirty="0"/>
              <a:t>(</a:t>
            </a:r>
            <a:r>
              <a:rPr lang="ko-KR" altLang="en-US" dirty="0"/>
              <a:t>난해함</a:t>
            </a:r>
            <a:r>
              <a:rPr lang="en-US" altLang="ko-KR" dirty="0"/>
              <a:t>)</a:t>
            </a:r>
            <a:endParaRPr lang="ko-KR" altLang="en-US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r>
              <a:rPr lang="ko-KR" altLang="en-US" b="0" i="0" dirty="0">
                <a:effectLst/>
                <a:latin typeface="gg sans"/>
              </a:rPr>
              <a:t>자체 기술 개발을 통해 핵심적인 뉴스를 추려 정리하는 기능을 구현할 예정</a:t>
            </a:r>
            <a:endParaRPr lang="en-US" altLang="ko-KR" dirty="0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575F14CE-EDFE-EB6A-6B6E-E403FECD5D4E}"/>
              </a:ext>
            </a:extLst>
          </p:cNvPr>
          <p:cNvSpPr txBox="1"/>
          <p:nvPr/>
        </p:nvSpPr>
        <p:spPr>
          <a:xfrm>
            <a:off x="997285" y="3375025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 dirty="0">
                <a:solidFill>
                  <a:srgbClr val="FCFCFC"/>
                </a:solidFill>
                <a:latin typeface="Pretendard Medium"/>
              </a:rPr>
              <a:t>2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F623D242-BD60-FE8C-FCE6-235B6320D1E6}"/>
              </a:ext>
            </a:extLst>
          </p:cNvPr>
          <p:cNvSpPr/>
          <p:nvPr/>
        </p:nvSpPr>
        <p:spPr>
          <a:xfrm>
            <a:off x="9201150" y="5238750"/>
            <a:ext cx="1600200" cy="1717675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49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25E93-1B9E-ADC7-E64D-8769C6BC8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FD0C2A6-4775-E254-6874-2077CFF0D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8BEC2CD2-3970-7184-4D86-984BC83CE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A37CBD7-E7FF-0257-3BFA-4CAC35668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7EBE8F2-4C67-4C06-28BF-FC95F87E04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775200" y="-3143250"/>
            <a:ext cx="8737600" cy="172339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CB3B5275-8079-1CBE-1EC2-C0200B588658}"/>
              </a:ext>
            </a:extLst>
          </p:cNvPr>
          <p:cNvSpPr txBox="1"/>
          <p:nvPr/>
        </p:nvSpPr>
        <p:spPr>
          <a:xfrm>
            <a:off x="858086" y="32258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>
                <a:solidFill>
                  <a:srgbClr val="FCFCFC"/>
                </a:solidFill>
                <a:latin typeface="Pretendard Medium"/>
              </a:rPr>
              <a:t>Lv.2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9FD46E1-2ADD-472B-6685-4823E7B093C4}"/>
              </a:ext>
            </a:extLst>
          </p:cNvPr>
          <p:cNvSpPr txBox="1"/>
          <p:nvPr/>
        </p:nvSpPr>
        <p:spPr>
          <a:xfrm>
            <a:off x="870786" y="4178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83B59C6-41FB-57E1-057A-65125BA8172E}"/>
              </a:ext>
            </a:extLst>
          </p:cNvPr>
          <p:cNvSpPr txBox="1"/>
          <p:nvPr/>
        </p:nvSpPr>
        <p:spPr>
          <a:xfrm>
            <a:off x="870786" y="5067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Lv.4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7578524-93D7-81DF-5967-B89C78D4B7D6}"/>
              </a:ext>
            </a:extLst>
          </p:cNvPr>
          <p:cNvSpPr txBox="1"/>
          <p:nvPr/>
        </p:nvSpPr>
        <p:spPr>
          <a:xfrm>
            <a:off x="870786" y="5956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2577269-7A89-C3DD-10D3-4DD157ABA2EF}"/>
              </a:ext>
            </a:extLst>
          </p:cNvPr>
          <p:cNvSpPr txBox="1"/>
          <p:nvPr/>
        </p:nvSpPr>
        <p:spPr>
          <a:xfrm>
            <a:off x="870786" y="6832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68601F5-F7D7-EB36-5D51-DA73577AAC6D}"/>
              </a:ext>
            </a:extLst>
          </p:cNvPr>
          <p:cNvSpPr txBox="1"/>
          <p:nvPr/>
        </p:nvSpPr>
        <p:spPr>
          <a:xfrm>
            <a:off x="870786" y="7721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04E6D0D-4C68-953F-18BD-E57AF4AD0C10}"/>
              </a:ext>
            </a:extLst>
          </p:cNvPr>
          <p:cNvSpPr txBox="1"/>
          <p:nvPr/>
        </p:nvSpPr>
        <p:spPr>
          <a:xfrm>
            <a:off x="870786" y="8610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Lv.8</a:t>
            </a: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0CB3CBFE-DDC3-CF82-A278-DA88B7CB0B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86" y="1562100"/>
            <a:ext cx="292100" cy="3302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A25A5121-46A7-C012-A773-FEAB2A1CD5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86107A00-022E-A709-D108-A17764E78264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벤치마크</a:t>
            </a:r>
            <a:endParaRPr lang="ko-KR" alt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C39227B-5E71-CFF7-604A-F7860FA0722E}"/>
              </a:ext>
            </a:extLst>
          </p:cNvPr>
          <p:cNvSpPr txBox="1"/>
          <p:nvPr/>
        </p:nvSpPr>
        <p:spPr>
          <a:xfrm>
            <a:off x="96012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ea typeface="Pretendard Regular"/>
              </a:rPr>
              <a:t>|  </a:t>
            </a:r>
            <a:r>
              <a:rPr lang="ko-KR" altLang="en-US" sz="2500" spc="-100" dirty="0">
                <a:solidFill>
                  <a:srgbClr val="747EA7"/>
                </a:solidFill>
                <a:ea typeface="Pretendard Regular"/>
              </a:rPr>
              <a:t>주식 정보 제공 사이트</a:t>
            </a:r>
            <a:endParaRPr lang="ko-KR" altLang="ko-KR" sz="2500" b="0" i="0" u="none" strike="noStrike" spc="-100" dirty="0">
              <a:solidFill>
                <a:srgbClr val="747EA7"/>
              </a:solidFill>
              <a:ea typeface="Pretendard Regular"/>
            </a:endParaRP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8FB986E6-034F-C849-4B9E-7528D9178576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AD92D5DC-6B56-6FD5-62F2-9B6FABD000AE}"/>
              </a:ext>
            </a:extLst>
          </p:cNvPr>
          <p:cNvSpPr txBox="1"/>
          <p:nvPr/>
        </p:nvSpPr>
        <p:spPr>
          <a:xfrm>
            <a:off x="15125700" y="1524000"/>
            <a:ext cx="711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800" b="0" i="0" u="none" strike="noStrike" spc="-100" dirty="0">
                <a:solidFill>
                  <a:srgbClr val="FCFCFC">
                    <a:alpha val="98824"/>
                  </a:srgbClr>
                </a:solidFill>
                <a:ea typeface="Pretendard Medium"/>
              </a:rPr>
              <a:t>난이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16B6AAD-91F2-1E3D-6A68-42BE22DEBC3E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07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54558C6-3AFC-FB13-23AD-85989D56DD35}"/>
              </a:ext>
            </a:extLst>
          </p:cNvPr>
          <p:cNvSpPr txBox="1"/>
          <p:nvPr/>
        </p:nvSpPr>
        <p:spPr>
          <a:xfrm>
            <a:off x="870786" y="241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Lv.1</a:t>
            </a:r>
          </a:p>
        </p:txBody>
      </p:sp>
      <p:pic>
        <p:nvPicPr>
          <p:cNvPr id="55" name="Picture 6">
            <a:extLst>
              <a:ext uri="{FF2B5EF4-FFF2-40B4-BE49-F238E27FC236}">
                <a16:creationId xmlns:a16="http://schemas.microsoft.com/office/drawing/2014/main" id="{7FDE0477-BBF6-802F-8E12-E8E9CF1260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786" y="1447800"/>
            <a:ext cx="1092200" cy="8115300"/>
          </a:xfrm>
          <a:prstGeom prst="rect">
            <a:avLst/>
          </a:prstGeom>
        </p:spPr>
      </p:pic>
      <p:pic>
        <p:nvPicPr>
          <p:cNvPr id="56" name="Picture 7">
            <a:extLst>
              <a:ext uri="{FF2B5EF4-FFF2-40B4-BE49-F238E27FC236}">
                <a16:creationId xmlns:a16="http://schemas.microsoft.com/office/drawing/2014/main" id="{C8B4D97D-65F3-1037-FB29-1A0AACCB3C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886" y="3173666"/>
            <a:ext cx="1333500" cy="863600"/>
          </a:xfrm>
          <a:prstGeom prst="rect">
            <a:avLst/>
          </a:prstGeom>
          <a:effectLst>
            <a:outerShdw blurRad="57282" dist="86852" dir="2700000">
              <a:srgbClr val="C1C7E1">
                <a:alpha val="37000"/>
              </a:srgbClr>
            </a:outerShdw>
          </a:effectLst>
        </p:spPr>
      </p:pic>
      <p:sp>
        <p:nvSpPr>
          <p:cNvPr id="57" name="TextBox 8">
            <a:extLst>
              <a:ext uri="{FF2B5EF4-FFF2-40B4-BE49-F238E27FC236}">
                <a16:creationId xmlns:a16="http://schemas.microsoft.com/office/drawing/2014/main" id="{D922C912-5412-ABE1-7BEA-74B04B9E8422}"/>
              </a:ext>
            </a:extLst>
          </p:cNvPr>
          <p:cNvSpPr txBox="1"/>
          <p:nvPr/>
        </p:nvSpPr>
        <p:spPr>
          <a:xfrm>
            <a:off x="1010486" y="24257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1</a:t>
            </a:r>
          </a:p>
        </p:txBody>
      </p:sp>
      <p:sp>
        <p:nvSpPr>
          <p:cNvPr id="59" name="TextBox 10">
            <a:extLst>
              <a:ext uri="{FF2B5EF4-FFF2-40B4-BE49-F238E27FC236}">
                <a16:creationId xmlns:a16="http://schemas.microsoft.com/office/drawing/2014/main" id="{F4C5D243-F5D9-123C-E0B9-033277ECF508}"/>
              </a:ext>
            </a:extLst>
          </p:cNvPr>
          <p:cNvSpPr txBox="1"/>
          <p:nvPr/>
        </p:nvSpPr>
        <p:spPr>
          <a:xfrm>
            <a:off x="1023186" y="4330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3</a:t>
            </a:r>
          </a:p>
        </p:txBody>
      </p:sp>
      <p:sp>
        <p:nvSpPr>
          <p:cNvPr id="60" name="TextBox 11">
            <a:extLst>
              <a:ext uri="{FF2B5EF4-FFF2-40B4-BE49-F238E27FC236}">
                <a16:creationId xmlns:a16="http://schemas.microsoft.com/office/drawing/2014/main" id="{55BBAD1C-F60C-CE17-195E-49A289376A32}"/>
              </a:ext>
            </a:extLst>
          </p:cNvPr>
          <p:cNvSpPr txBox="1"/>
          <p:nvPr/>
        </p:nvSpPr>
        <p:spPr>
          <a:xfrm>
            <a:off x="1023186" y="5219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4</a:t>
            </a:r>
          </a:p>
        </p:txBody>
      </p:sp>
      <p:sp>
        <p:nvSpPr>
          <p:cNvPr id="61" name="TextBox 12">
            <a:extLst>
              <a:ext uri="{FF2B5EF4-FFF2-40B4-BE49-F238E27FC236}">
                <a16:creationId xmlns:a16="http://schemas.microsoft.com/office/drawing/2014/main" id="{9CA307C2-74A8-D9B2-1FAF-5BD895FCEE2B}"/>
              </a:ext>
            </a:extLst>
          </p:cNvPr>
          <p:cNvSpPr txBox="1"/>
          <p:nvPr/>
        </p:nvSpPr>
        <p:spPr>
          <a:xfrm>
            <a:off x="1023186" y="6108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5</a:t>
            </a:r>
          </a:p>
        </p:txBody>
      </p:sp>
      <p:sp>
        <p:nvSpPr>
          <p:cNvPr id="62" name="TextBox 13">
            <a:extLst>
              <a:ext uri="{FF2B5EF4-FFF2-40B4-BE49-F238E27FC236}">
                <a16:creationId xmlns:a16="http://schemas.microsoft.com/office/drawing/2014/main" id="{5E680710-BD99-CA28-C01B-E9BA39D7F779}"/>
              </a:ext>
            </a:extLst>
          </p:cNvPr>
          <p:cNvSpPr txBox="1"/>
          <p:nvPr/>
        </p:nvSpPr>
        <p:spPr>
          <a:xfrm>
            <a:off x="1023186" y="6985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6</a:t>
            </a:r>
          </a:p>
        </p:txBody>
      </p:sp>
      <p:sp>
        <p:nvSpPr>
          <p:cNvPr id="63" name="TextBox 14">
            <a:extLst>
              <a:ext uri="{FF2B5EF4-FFF2-40B4-BE49-F238E27FC236}">
                <a16:creationId xmlns:a16="http://schemas.microsoft.com/office/drawing/2014/main" id="{C8CED80A-F9E9-65DD-5B8D-5CF00CA15474}"/>
              </a:ext>
            </a:extLst>
          </p:cNvPr>
          <p:cNvSpPr txBox="1"/>
          <p:nvPr/>
        </p:nvSpPr>
        <p:spPr>
          <a:xfrm>
            <a:off x="1023186" y="7874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7</a:t>
            </a:r>
          </a:p>
        </p:txBody>
      </p:sp>
      <p:sp>
        <p:nvSpPr>
          <p:cNvPr id="64" name="TextBox 15">
            <a:extLst>
              <a:ext uri="{FF2B5EF4-FFF2-40B4-BE49-F238E27FC236}">
                <a16:creationId xmlns:a16="http://schemas.microsoft.com/office/drawing/2014/main" id="{2DE63490-BD43-BBDF-889A-DABCAFD65D5A}"/>
              </a:ext>
            </a:extLst>
          </p:cNvPr>
          <p:cNvSpPr txBox="1"/>
          <p:nvPr/>
        </p:nvSpPr>
        <p:spPr>
          <a:xfrm>
            <a:off x="1023186" y="876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8</a:t>
            </a:r>
          </a:p>
        </p:txBody>
      </p:sp>
      <p:pic>
        <p:nvPicPr>
          <p:cNvPr id="65" name="Picture 16">
            <a:extLst>
              <a:ext uri="{FF2B5EF4-FFF2-40B4-BE49-F238E27FC236}">
                <a16:creationId xmlns:a16="http://schemas.microsoft.com/office/drawing/2014/main" id="{E73E73CA-2EA5-6AEF-81D9-FF316DB027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7186" y="1714500"/>
            <a:ext cx="292100" cy="330200"/>
          </a:xfrm>
          <a:prstGeom prst="rect">
            <a:avLst/>
          </a:prstGeom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A7955BB9-F5B0-C64B-74B6-B01FA9AFBE65}"/>
              </a:ext>
            </a:extLst>
          </p:cNvPr>
          <p:cNvSpPr txBox="1"/>
          <p:nvPr/>
        </p:nvSpPr>
        <p:spPr>
          <a:xfrm>
            <a:off x="997285" y="3375025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 dirty="0">
                <a:solidFill>
                  <a:srgbClr val="FCFCFC"/>
                </a:solidFill>
                <a:latin typeface="Pretendard Medium"/>
              </a:rPr>
              <a:t>2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CAA266A-533E-796D-EB09-C555386AFE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4600" y="2847975"/>
            <a:ext cx="11811000" cy="671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194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D878B-9316-B89F-DE53-BB74866C0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341A1D4-CF82-5718-C12B-C1992CD87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AE981D0-6FAA-43E2-0960-3D0567577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3193407-0386-50E6-DFB5-3F5C78A1C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39E04381-6F56-978E-9594-9159DE5BA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9720FDF1-D1D1-7607-F7F6-24976961C06B}"/>
              </a:ext>
            </a:extLst>
          </p:cNvPr>
          <p:cNvSpPr txBox="1"/>
          <p:nvPr/>
        </p:nvSpPr>
        <p:spPr>
          <a:xfrm>
            <a:off x="858086" y="32258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>
                <a:solidFill>
                  <a:srgbClr val="FCFCFC"/>
                </a:solidFill>
                <a:latin typeface="Pretendard Medium"/>
              </a:rPr>
              <a:t>Lv.2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FBBBDF3-7914-636E-B2DA-77FA4ABCF73A}"/>
              </a:ext>
            </a:extLst>
          </p:cNvPr>
          <p:cNvSpPr txBox="1"/>
          <p:nvPr/>
        </p:nvSpPr>
        <p:spPr>
          <a:xfrm>
            <a:off x="870786" y="4178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16A44F7-C29E-2A03-DE6B-004E0B1F4C99}"/>
              </a:ext>
            </a:extLst>
          </p:cNvPr>
          <p:cNvSpPr txBox="1"/>
          <p:nvPr/>
        </p:nvSpPr>
        <p:spPr>
          <a:xfrm>
            <a:off x="870786" y="5067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Lv.4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81ED35C-85CE-B27B-51DE-9E33BD07B41B}"/>
              </a:ext>
            </a:extLst>
          </p:cNvPr>
          <p:cNvSpPr txBox="1"/>
          <p:nvPr/>
        </p:nvSpPr>
        <p:spPr>
          <a:xfrm>
            <a:off x="870786" y="5956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3B66D88-0274-706C-3C0F-7037C1E893B3}"/>
              </a:ext>
            </a:extLst>
          </p:cNvPr>
          <p:cNvSpPr txBox="1"/>
          <p:nvPr/>
        </p:nvSpPr>
        <p:spPr>
          <a:xfrm>
            <a:off x="870786" y="6832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29078F2-B660-08AB-85EF-028288606CE1}"/>
              </a:ext>
            </a:extLst>
          </p:cNvPr>
          <p:cNvSpPr txBox="1"/>
          <p:nvPr/>
        </p:nvSpPr>
        <p:spPr>
          <a:xfrm>
            <a:off x="870786" y="7721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BC5BF24-5A21-5953-1730-2CB25A8AF40D}"/>
              </a:ext>
            </a:extLst>
          </p:cNvPr>
          <p:cNvSpPr txBox="1"/>
          <p:nvPr/>
        </p:nvSpPr>
        <p:spPr>
          <a:xfrm>
            <a:off x="870786" y="8610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Lv.8</a:t>
            </a: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AA028FCE-ACAF-8E5D-7B44-4FBA478AB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86" y="1562100"/>
            <a:ext cx="292100" cy="3302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65AA3108-EAC3-C8F8-AB27-4943160405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CF46E4DD-AD61-9422-4B14-923ED0EF5BD5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벤치마크</a:t>
            </a:r>
            <a:endParaRPr lang="ko-KR" alt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88708F1-59EC-9618-6887-B344BA828553}"/>
              </a:ext>
            </a:extLst>
          </p:cNvPr>
          <p:cNvSpPr txBox="1"/>
          <p:nvPr/>
        </p:nvSpPr>
        <p:spPr>
          <a:xfrm>
            <a:off x="96012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ea typeface="Pretendard Regular"/>
              </a:rPr>
              <a:t>|  </a:t>
            </a:r>
            <a:r>
              <a:rPr lang="ko-KR" altLang="en-US" sz="2500" spc="-100" dirty="0">
                <a:solidFill>
                  <a:srgbClr val="747EA7"/>
                </a:solidFill>
                <a:ea typeface="Pretendard Regular"/>
              </a:rPr>
              <a:t>주식 정보 제공 사이트 </a:t>
            </a:r>
            <a:endParaRPr lang="ko-KR" altLang="ko-KR" sz="2500" b="0" i="0" u="none" strike="noStrike" spc="-100" dirty="0">
              <a:solidFill>
                <a:srgbClr val="747EA7"/>
              </a:solidFill>
              <a:ea typeface="Pretendard Regular"/>
            </a:endParaRP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05E2087A-9843-B26B-223C-F2756E6A6F42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F05761D5-3CC4-FC39-562E-4CE44AD172FB}"/>
              </a:ext>
            </a:extLst>
          </p:cNvPr>
          <p:cNvSpPr txBox="1"/>
          <p:nvPr/>
        </p:nvSpPr>
        <p:spPr>
          <a:xfrm>
            <a:off x="15125700" y="1524000"/>
            <a:ext cx="711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800" b="0" i="0" u="none" strike="noStrike" spc="-100" dirty="0">
                <a:solidFill>
                  <a:srgbClr val="FCFCFC">
                    <a:alpha val="98824"/>
                  </a:srgbClr>
                </a:solidFill>
                <a:ea typeface="Pretendard Medium"/>
              </a:rPr>
              <a:t>난이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56CF039-FB19-95FB-5C8B-8B46DEF204CA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08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C7F6481-1851-8D4F-F526-08E7B2AB609C}"/>
              </a:ext>
            </a:extLst>
          </p:cNvPr>
          <p:cNvSpPr txBox="1"/>
          <p:nvPr/>
        </p:nvSpPr>
        <p:spPr>
          <a:xfrm>
            <a:off x="870786" y="241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Lv.1</a:t>
            </a:r>
          </a:p>
        </p:txBody>
      </p:sp>
      <p:pic>
        <p:nvPicPr>
          <p:cNvPr id="36" name="Picture 36">
            <a:extLst>
              <a:ext uri="{FF2B5EF4-FFF2-40B4-BE49-F238E27FC236}">
                <a16:creationId xmlns:a16="http://schemas.microsoft.com/office/drawing/2014/main" id="{185D8519-4028-1D0C-FE4B-57FC6C3916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0900" y="3898900"/>
            <a:ext cx="977900" cy="977900"/>
          </a:xfrm>
          <a:prstGeom prst="rect">
            <a:avLst/>
          </a:prstGeom>
        </p:spPr>
      </p:pic>
      <p:pic>
        <p:nvPicPr>
          <p:cNvPr id="39" name="Picture 39">
            <a:extLst>
              <a:ext uri="{FF2B5EF4-FFF2-40B4-BE49-F238E27FC236}">
                <a16:creationId xmlns:a16="http://schemas.microsoft.com/office/drawing/2014/main" id="{60B79D5C-F04A-3B07-F292-09995A6E21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6959600"/>
            <a:ext cx="1143000" cy="1143000"/>
          </a:xfrm>
          <a:prstGeom prst="rect">
            <a:avLst/>
          </a:prstGeom>
        </p:spPr>
      </p:pic>
      <p:pic>
        <p:nvPicPr>
          <p:cNvPr id="40" name="Picture 40">
            <a:extLst>
              <a:ext uri="{FF2B5EF4-FFF2-40B4-BE49-F238E27FC236}">
                <a16:creationId xmlns:a16="http://schemas.microsoft.com/office/drawing/2014/main" id="{A9EB9046-4007-8AC3-2E66-99956EE76B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0" y="7010400"/>
            <a:ext cx="965200" cy="965200"/>
          </a:xfrm>
          <a:prstGeom prst="rect">
            <a:avLst/>
          </a:prstGeom>
        </p:spPr>
      </p:pic>
      <p:pic>
        <p:nvPicPr>
          <p:cNvPr id="55" name="Picture 6">
            <a:extLst>
              <a:ext uri="{FF2B5EF4-FFF2-40B4-BE49-F238E27FC236}">
                <a16:creationId xmlns:a16="http://schemas.microsoft.com/office/drawing/2014/main" id="{E29A25B7-79D4-2FE2-33A1-076F16206A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786" y="1447800"/>
            <a:ext cx="1092200" cy="8115300"/>
          </a:xfrm>
          <a:prstGeom prst="rect">
            <a:avLst/>
          </a:prstGeom>
        </p:spPr>
      </p:pic>
      <p:pic>
        <p:nvPicPr>
          <p:cNvPr id="56" name="Picture 7">
            <a:extLst>
              <a:ext uri="{FF2B5EF4-FFF2-40B4-BE49-F238E27FC236}">
                <a16:creationId xmlns:a16="http://schemas.microsoft.com/office/drawing/2014/main" id="{E8428AD1-EA33-00F2-AC8E-0B0B5D600C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886" y="3173666"/>
            <a:ext cx="1333500" cy="863600"/>
          </a:xfrm>
          <a:prstGeom prst="rect">
            <a:avLst/>
          </a:prstGeom>
          <a:effectLst>
            <a:outerShdw blurRad="57282" dist="86852" dir="2700000">
              <a:srgbClr val="C1C7E1">
                <a:alpha val="37000"/>
              </a:srgbClr>
            </a:outerShdw>
          </a:effectLst>
        </p:spPr>
      </p:pic>
      <p:sp>
        <p:nvSpPr>
          <p:cNvPr id="57" name="TextBox 8">
            <a:extLst>
              <a:ext uri="{FF2B5EF4-FFF2-40B4-BE49-F238E27FC236}">
                <a16:creationId xmlns:a16="http://schemas.microsoft.com/office/drawing/2014/main" id="{C27E6DE3-4027-87BA-E1C9-72EF06913846}"/>
              </a:ext>
            </a:extLst>
          </p:cNvPr>
          <p:cNvSpPr txBox="1"/>
          <p:nvPr/>
        </p:nvSpPr>
        <p:spPr>
          <a:xfrm>
            <a:off x="1010486" y="24257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1</a:t>
            </a:r>
          </a:p>
        </p:txBody>
      </p:sp>
      <p:sp>
        <p:nvSpPr>
          <p:cNvPr id="59" name="TextBox 10">
            <a:extLst>
              <a:ext uri="{FF2B5EF4-FFF2-40B4-BE49-F238E27FC236}">
                <a16:creationId xmlns:a16="http://schemas.microsoft.com/office/drawing/2014/main" id="{EACF8A65-91BC-CA87-A766-622B3BF0C297}"/>
              </a:ext>
            </a:extLst>
          </p:cNvPr>
          <p:cNvSpPr txBox="1"/>
          <p:nvPr/>
        </p:nvSpPr>
        <p:spPr>
          <a:xfrm>
            <a:off x="1023186" y="4330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3</a:t>
            </a:r>
          </a:p>
        </p:txBody>
      </p:sp>
      <p:sp>
        <p:nvSpPr>
          <p:cNvPr id="60" name="TextBox 11">
            <a:extLst>
              <a:ext uri="{FF2B5EF4-FFF2-40B4-BE49-F238E27FC236}">
                <a16:creationId xmlns:a16="http://schemas.microsoft.com/office/drawing/2014/main" id="{D225BDCF-029C-59D8-E451-C98128D6B0B7}"/>
              </a:ext>
            </a:extLst>
          </p:cNvPr>
          <p:cNvSpPr txBox="1"/>
          <p:nvPr/>
        </p:nvSpPr>
        <p:spPr>
          <a:xfrm>
            <a:off x="1023186" y="5219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4</a:t>
            </a:r>
          </a:p>
        </p:txBody>
      </p:sp>
      <p:sp>
        <p:nvSpPr>
          <p:cNvPr id="61" name="TextBox 12">
            <a:extLst>
              <a:ext uri="{FF2B5EF4-FFF2-40B4-BE49-F238E27FC236}">
                <a16:creationId xmlns:a16="http://schemas.microsoft.com/office/drawing/2014/main" id="{23B0C8EE-295A-35F2-0E54-1D0E96CE6185}"/>
              </a:ext>
            </a:extLst>
          </p:cNvPr>
          <p:cNvSpPr txBox="1"/>
          <p:nvPr/>
        </p:nvSpPr>
        <p:spPr>
          <a:xfrm>
            <a:off x="1023186" y="6108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5</a:t>
            </a:r>
          </a:p>
        </p:txBody>
      </p:sp>
      <p:sp>
        <p:nvSpPr>
          <p:cNvPr id="62" name="TextBox 13">
            <a:extLst>
              <a:ext uri="{FF2B5EF4-FFF2-40B4-BE49-F238E27FC236}">
                <a16:creationId xmlns:a16="http://schemas.microsoft.com/office/drawing/2014/main" id="{3B78649D-4616-6EDC-F421-BA67FE1E69A6}"/>
              </a:ext>
            </a:extLst>
          </p:cNvPr>
          <p:cNvSpPr txBox="1"/>
          <p:nvPr/>
        </p:nvSpPr>
        <p:spPr>
          <a:xfrm>
            <a:off x="1023186" y="6985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6</a:t>
            </a:r>
          </a:p>
        </p:txBody>
      </p:sp>
      <p:sp>
        <p:nvSpPr>
          <p:cNvPr id="63" name="TextBox 14">
            <a:extLst>
              <a:ext uri="{FF2B5EF4-FFF2-40B4-BE49-F238E27FC236}">
                <a16:creationId xmlns:a16="http://schemas.microsoft.com/office/drawing/2014/main" id="{1031905D-7BEB-EA28-994D-3C47B80AF087}"/>
              </a:ext>
            </a:extLst>
          </p:cNvPr>
          <p:cNvSpPr txBox="1"/>
          <p:nvPr/>
        </p:nvSpPr>
        <p:spPr>
          <a:xfrm>
            <a:off x="1023186" y="7874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7</a:t>
            </a:r>
          </a:p>
        </p:txBody>
      </p:sp>
      <p:sp>
        <p:nvSpPr>
          <p:cNvPr id="64" name="TextBox 15">
            <a:extLst>
              <a:ext uri="{FF2B5EF4-FFF2-40B4-BE49-F238E27FC236}">
                <a16:creationId xmlns:a16="http://schemas.microsoft.com/office/drawing/2014/main" id="{27217DEE-075F-A198-A18F-DC65B62E2EEC}"/>
              </a:ext>
            </a:extLst>
          </p:cNvPr>
          <p:cNvSpPr txBox="1"/>
          <p:nvPr/>
        </p:nvSpPr>
        <p:spPr>
          <a:xfrm>
            <a:off x="1023186" y="876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8</a:t>
            </a:r>
          </a:p>
        </p:txBody>
      </p:sp>
      <p:pic>
        <p:nvPicPr>
          <p:cNvPr id="65" name="Picture 16">
            <a:extLst>
              <a:ext uri="{FF2B5EF4-FFF2-40B4-BE49-F238E27FC236}">
                <a16:creationId xmlns:a16="http://schemas.microsoft.com/office/drawing/2014/main" id="{4A3837E5-5A78-29E9-87EA-4C5E6FEF7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186" y="1714500"/>
            <a:ext cx="292100" cy="33020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3553C75-A591-0A93-3454-C0EA4C0E3797}"/>
              </a:ext>
            </a:extLst>
          </p:cNvPr>
          <p:cNvSpPr txBox="1">
            <a:spLocks/>
          </p:cNvSpPr>
          <p:nvPr/>
        </p:nvSpPr>
        <p:spPr>
          <a:xfrm>
            <a:off x="2819400" y="3729037"/>
            <a:ext cx="143637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r>
              <a:rPr lang="ko-KR" altLang="en-US" dirty="0"/>
              <a:t>이해하기 어려운 용어 사용이 많음</a:t>
            </a: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r>
              <a:rPr lang="ko-KR" altLang="en-US" dirty="0">
                <a:latin typeface="gg sans"/>
              </a:rPr>
              <a:t>어려운 용어를 이해하기 쉽게 용어 설명과 주식 정보를 제공함</a:t>
            </a:r>
            <a:endParaRPr lang="en-US" altLang="ko-KR" dirty="0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5FE08A4B-0F8D-6D32-3D45-8675DC37B635}"/>
              </a:ext>
            </a:extLst>
          </p:cNvPr>
          <p:cNvSpPr txBox="1"/>
          <p:nvPr/>
        </p:nvSpPr>
        <p:spPr>
          <a:xfrm>
            <a:off x="997285" y="3375025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 dirty="0">
                <a:solidFill>
                  <a:srgbClr val="FCFCFC"/>
                </a:solidFill>
                <a:latin typeface="Pretendard Medium"/>
              </a:rPr>
              <a:t>2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CA92773-1971-B157-3AAC-B562883B2C09}"/>
              </a:ext>
            </a:extLst>
          </p:cNvPr>
          <p:cNvSpPr/>
          <p:nvPr/>
        </p:nvSpPr>
        <p:spPr>
          <a:xfrm>
            <a:off x="9029700" y="5219699"/>
            <a:ext cx="1600200" cy="1717675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179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AA691-1E14-1C1F-94E7-CBD831041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F3C90DE-0542-74B9-9A5A-620CF33AF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750171C-0F40-9286-DB1C-AF47B9F8B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8759CB9-0144-4B2C-E23A-6ACD9A975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24E364AE-9D49-5B36-E989-A27F3FFE2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05ED7C30-7155-0160-8871-D9A37414FFFA}"/>
              </a:ext>
            </a:extLst>
          </p:cNvPr>
          <p:cNvSpPr txBox="1"/>
          <p:nvPr/>
        </p:nvSpPr>
        <p:spPr>
          <a:xfrm>
            <a:off x="858086" y="32258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>
                <a:solidFill>
                  <a:srgbClr val="FCFCFC"/>
                </a:solidFill>
                <a:latin typeface="Pretendard Medium"/>
              </a:rPr>
              <a:t>Lv.2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C7B4265-EA31-2FB7-4527-B98F1B9E184A}"/>
              </a:ext>
            </a:extLst>
          </p:cNvPr>
          <p:cNvSpPr txBox="1"/>
          <p:nvPr/>
        </p:nvSpPr>
        <p:spPr>
          <a:xfrm>
            <a:off x="870786" y="4178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5F3AE0E-EEB9-0180-C7E4-216F11A5DBFC}"/>
              </a:ext>
            </a:extLst>
          </p:cNvPr>
          <p:cNvSpPr txBox="1"/>
          <p:nvPr/>
        </p:nvSpPr>
        <p:spPr>
          <a:xfrm>
            <a:off x="870786" y="5067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Lv.4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56A0335-F9E1-A880-FF9B-860EAC1214CA}"/>
              </a:ext>
            </a:extLst>
          </p:cNvPr>
          <p:cNvSpPr txBox="1"/>
          <p:nvPr/>
        </p:nvSpPr>
        <p:spPr>
          <a:xfrm>
            <a:off x="870786" y="5956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B241B61-DD15-D926-C07F-5DB5588A14D3}"/>
              </a:ext>
            </a:extLst>
          </p:cNvPr>
          <p:cNvSpPr txBox="1"/>
          <p:nvPr/>
        </p:nvSpPr>
        <p:spPr>
          <a:xfrm>
            <a:off x="870786" y="6832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CC46193-616A-AFCE-2021-38606B5AEC23}"/>
              </a:ext>
            </a:extLst>
          </p:cNvPr>
          <p:cNvSpPr txBox="1"/>
          <p:nvPr/>
        </p:nvSpPr>
        <p:spPr>
          <a:xfrm>
            <a:off x="870786" y="7721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440103B-4930-CF7E-9007-3309C2C9195F}"/>
              </a:ext>
            </a:extLst>
          </p:cNvPr>
          <p:cNvSpPr txBox="1"/>
          <p:nvPr/>
        </p:nvSpPr>
        <p:spPr>
          <a:xfrm>
            <a:off x="870786" y="8610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Lv.8</a:t>
            </a: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7BC22139-E5A6-4124-3478-5EEC6164C7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86" y="1562100"/>
            <a:ext cx="292100" cy="3302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806ED8F4-9445-D8A6-A89E-2A68B16A4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A15BD80A-20D7-CA13-049E-8232EFB505C1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벤치마크</a:t>
            </a:r>
            <a:endParaRPr lang="ko-KR" alt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00AA5A9-32A2-EBDF-DFE3-C2DDD07936EB}"/>
              </a:ext>
            </a:extLst>
          </p:cNvPr>
          <p:cNvSpPr txBox="1"/>
          <p:nvPr/>
        </p:nvSpPr>
        <p:spPr>
          <a:xfrm>
            <a:off x="96012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ea typeface="Pretendard Regular"/>
              </a:rPr>
              <a:t>|  </a:t>
            </a:r>
            <a:r>
              <a:rPr lang="ko-KR" altLang="en-US" sz="2500" spc="-100" dirty="0">
                <a:solidFill>
                  <a:srgbClr val="747EA7"/>
                </a:solidFill>
                <a:ea typeface="Pretendard Regular"/>
              </a:rPr>
              <a:t>금융 관련 솔루션 서비스</a:t>
            </a:r>
            <a:endParaRPr lang="ko-KR" altLang="ko-KR" sz="2500" b="0" i="0" u="none" strike="noStrike" spc="-100" dirty="0">
              <a:solidFill>
                <a:srgbClr val="747EA7"/>
              </a:solidFill>
              <a:ea typeface="Pretendard Regular"/>
            </a:endParaRP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EF2CC14-5467-7BAF-5431-49F98A0BB81D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30888716-EF7B-9F14-AB00-632CD02C2061}"/>
              </a:ext>
            </a:extLst>
          </p:cNvPr>
          <p:cNvSpPr txBox="1"/>
          <p:nvPr/>
        </p:nvSpPr>
        <p:spPr>
          <a:xfrm>
            <a:off x="15125700" y="1524000"/>
            <a:ext cx="711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800" b="0" i="0" u="none" strike="noStrike" spc="-100" dirty="0">
                <a:solidFill>
                  <a:srgbClr val="FCFCFC">
                    <a:alpha val="98824"/>
                  </a:srgbClr>
                </a:solidFill>
                <a:ea typeface="Pretendard Medium"/>
              </a:rPr>
              <a:t>난이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5AB6031-8D01-0B82-9734-07572701846F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09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CFAE7FA-F952-A8BD-F3B3-E529C82A870E}"/>
              </a:ext>
            </a:extLst>
          </p:cNvPr>
          <p:cNvSpPr txBox="1"/>
          <p:nvPr/>
        </p:nvSpPr>
        <p:spPr>
          <a:xfrm>
            <a:off x="870786" y="241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Lv.1</a:t>
            </a:r>
          </a:p>
        </p:txBody>
      </p:sp>
      <p:pic>
        <p:nvPicPr>
          <p:cNvPr id="36" name="Picture 36">
            <a:extLst>
              <a:ext uri="{FF2B5EF4-FFF2-40B4-BE49-F238E27FC236}">
                <a16:creationId xmlns:a16="http://schemas.microsoft.com/office/drawing/2014/main" id="{4B56BA7D-6A35-5906-1BBB-59352F0CEE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0900" y="3898900"/>
            <a:ext cx="977900" cy="977900"/>
          </a:xfrm>
          <a:prstGeom prst="rect">
            <a:avLst/>
          </a:prstGeom>
        </p:spPr>
      </p:pic>
      <p:pic>
        <p:nvPicPr>
          <p:cNvPr id="39" name="Picture 39">
            <a:extLst>
              <a:ext uri="{FF2B5EF4-FFF2-40B4-BE49-F238E27FC236}">
                <a16:creationId xmlns:a16="http://schemas.microsoft.com/office/drawing/2014/main" id="{B457F1A3-329C-DF59-1656-7DDAEEAE39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6959600"/>
            <a:ext cx="1143000" cy="1143000"/>
          </a:xfrm>
          <a:prstGeom prst="rect">
            <a:avLst/>
          </a:prstGeom>
        </p:spPr>
      </p:pic>
      <p:pic>
        <p:nvPicPr>
          <p:cNvPr id="40" name="Picture 40">
            <a:extLst>
              <a:ext uri="{FF2B5EF4-FFF2-40B4-BE49-F238E27FC236}">
                <a16:creationId xmlns:a16="http://schemas.microsoft.com/office/drawing/2014/main" id="{97A8360E-1037-8313-3EF1-67906D6505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0" y="7010400"/>
            <a:ext cx="965200" cy="965200"/>
          </a:xfrm>
          <a:prstGeom prst="rect">
            <a:avLst/>
          </a:prstGeom>
        </p:spPr>
      </p:pic>
      <p:pic>
        <p:nvPicPr>
          <p:cNvPr id="55" name="Picture 6">
            <a:extLst>
              <a:ext uri="{FF2B5EF4-FFF2-40B4-BE49-F238E27FC236}">
                <a16:creationId xmlns:a16="http://schemas.microsoft.com/office/drawing/2014/main" id="{D494CE72-B751-C048-1B65-8F3B6D9775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786" y="1447800"/>
            <a:ext cx="1092200" cy="8115300"/>
          </a:xfrm>
          <a:prstGeom prst="rect">
            <a:avLst/>
          </a:prstGeom>
        </p:spPr>
      </p:pic>
      <p:pic>
        <p:nvPicPr>
          <p:cNvPr id="56" name="Picture 7">
            <a:extLst>
              <a:ext uri="{FF2B5EF4-FFF2-40B4-BE49-F238E27FC236}">
                <a16:creationId xmlns:a16="http://schemas.microsoft.com/office/drawing/2014/main" id="{7DE1A350-38A6-BBD2-5376-948D2EEEAE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886" y="3173666"/>
            <a:ext cx="1333500" cy="863600"/>
          </a:xfrm>
          <a:prstGeom prst="rect">
            <a:avLst/>
          </a:prstGeom>
          <a:effectLst>
            <a:outerShdw blurRad="57282" dist="86852" dir="2700000">
              <a:srgbClr val="C1C7E1">
                <a:alpha val="37000"/>
              </a:srgbClr>
            </a:outerShdw>
          </a:effectLst>
        </p:spPr>
      </p:pic>
      <p:sp>
        <p:nvSpPr>
          <p:cNvPr id="57" name="TextBox 8">
            <a:extLst>
              <a:ext uri="{FF2B5EF4-FFF2-40B4-BE49-F238E27FC236}">
                <a16:creationId xmlns:a16="http://schemas.microsoft.com/office/drawing/2014/main" id="{097D892E-56D5-D478-3B66-8C631817DE3A}"/>
              </a:ext>
            </a:extLst>
          </p:cNvPr>
          <p:cNvSpPr txBox="1"/>
          <p:nvPr/>
        </p:nvSpPr>
        <p:spPr>
          <a:xfrm>
            <a:off x="1010486" y="24257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1</a:t>
            </a:r>
          </a:p>
        </p:txBody>
      </p:sp>
      <p:sp>
        <p:nvSpPr>
          <p:cNvPr id="58" name="TextBox 9">
            <a:extLst>
              <a:ext uri="{FF2B5EF4-FFF2-40B4-BE49-F238E27FC236}">
                <a16:creationId xmlns:a16="http://schemas.microsoft.com/office/drawing/2014/main" id="{AAA4D3C2-BF67-E7E0-FC9A-23EB6E4A8C92}"/>
              </a:ext>
            </a:extLst>
          </p:cNvPr>
          <p:cNvSpPr txBox="1"/>
          <p:nvPr/>
        </p:nvSpPr>
        <p:spPr>
          <a:xfrm>
            <a:off x="1023186" y="34544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endParaRPr lang="en-US" sz="2800" b="0" i="0" u="none" strike="noStrike" spc="-100" dirty="0">
              <a:solidFill>
                <a:srgbClr val="FCFCFC">
                  <a:alpha val="67843"/>
                </a:srgbClr>
              </a:solidFill>
              <a:latin typeface="Pretendard Regular"/>
            </a:endParaRPr>
          </a:p>
        </p:txBody>
      </p:sp>
      <p:sp>
        <p:nvSpPr>
          <p:cNvPr id="59" name="TextBox 10">
            <a:extLst>
              <a:ext uri="{FF2B5EF4-FFF2-40B4-BE49-F238E27FC236}">
                <a16:creationId xmlns:a16="http://schemas.microsoft.com/office/drawing/2014/main" id="{1FE42007-4FFC-E405-6203-35EB53C00962}"/>
              </a:ext>
            </a:extLst>
          </p:cNvPr>
          <p:cNvSpPr txBox="1"/>
          <p:nvPr/>
        </p:nvSpPr>
        <p:spPr>
          <a:xfrm>
            <a:off x="1023186" y="4330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3</a:t>
            </a:r>
          </a:p>
        </p:txBody>
      </p:sp>
      <p:sp>
        <p:nvSpPr>
          <p:cNvPr id="60" name="TextBox 11">
            <a:extLst>
              <a:ext uri="{FF2B5EF4-FFF2-40B4-BE49-F238E27FC236}">
                <a16:creationId xmlns:a16="http://schemas.microsoft.com/office/drawing/2014/main" id="{FA033327-0F9B-AE53-B2F4-90BAF4B9D531}"/>
              </a:ext>
            </a:extLst>
          </p:cNvPr>
          <p:cNvSpPr txBox="1"/>
          <p:nvPr/>
        </p:nvSpPr>
        <p:spPr>
          <a:xfrm>
            <a:off x="1023186" y="5219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4</a:t>
            </a:r>
          </a:p>
        </p:txBody>
      </p:sp>
      <p:sp>
        <p:nvSpPr>
          <p:cNvPr id="61" name="TextBox 12">
            <a:extLst>
              <a:ext uri="{FF2B5EF4-FFF2-40B4-BE49-F238E27FC236}">
                <a16:creationId xmlns:a16="http://schemas.microsoft.com/office/drawing/2014/main" id="{52DFCEB1-FDF3-A523-C98C-BB8B16E99363}"/>
              </a:ext>
            </a:extLst>
          </p:cNvPr>
          <p:cNvSpPr txBox="1"/>
          <p:nvPr/>
        </p:nvSpPr>
        <p:spPr>
          <a:xfrm>
            <a:off x="1023186" y="6108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5</a:t>
            </a:r>
          </a:p>
        </p:txBody>
      </p:sp>
      <p:sp>
        <p:nvSpPr>
          <p:cNvPr id="62" name="TextBox 13">
            <a:extLst>
              <a:ext uri="{FF2B5EF4-FFF2-40B4-BE49-F238E27FC236}">
                <a16:creationId xmlns:a16="http://schemas.microsoft.com/office/drawing/2014/main" id="{629D3DCC-BA00-E3CC-65F1-3984387D6BD8}"/>
              </a:ext>
            </a:extLst>
          </p:cNvPr>
          <p:cNvSpPr txBox="1"/>
          <p:nvPr/>
        </p:nvSpPr>
        <p:spPr>
          <a:xfrm>
            <a:off x="1023186" y="6985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6</a:t>
            </a:r>
          </a:p>
        </p:txBody>
      </p:sp>
      <p:sp>
        <p:nvSpPr>
          <p:cNvPr id="63" name="TextBox 14">
            <a:extLst>
              <a:ext uri="{FF2B5EF4-FFF2-40B4-BE49-F238E27FC236}">
                <a16:creationId xmlns:a16="http://schemas.microsoft.com/office/drawing/2014/main" id="{0D5EDCD3-B120-A8D9-C2C4-887E8375531A}"/>
              </a:ext>
            </a:extLst>
          </p:cNvPr>
          <p:cNvSpPr txBox="1"/>
          <p:nvPr/>
        </p:nvSpPr>
        <p:spPr>
          <a:xfrm>
            <a:off x="1023186" y="7874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7</a:t>
            </a:r>
          </a:p>
        </p:txBody>
      </p:sp>
      <p:sp>
        <p:nvSpPr>
          <p:cNvPr id="64" name="TextBox 15">
            <a:extLst>
              <a:ext uri="{FF2B5EF4-FFF2-40B4-BE49-F238E27FC236}">
                <a16:creationId xmlns:a16="http://schemas.microsoft.com/office/drawing/2014/main" id="{880E70DE-8495-4B5B-7083-3522554B58E2}"/>
              </a:ext>
            </a:extLst>
          </p:cNvPr>
          <p:cNvSpPr txBox="1"/>
          <p:nvPr/>
        </p:nvSpPr>
        <p:spPr>
          <a:xfrm>
            <a:off x="1023186" y="876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8</a:t>
            </a:r>
          </a:p>
        </p:txBody>
      </p:sp>
      <p:pic>
        <p:nvPicPr>
          <p:cNvPr id="65" name="Picture 16">
            <a:extLst>
              <a:ext uri="{FF2B5EF4-FFF2-40B4-BE49-F238E27FC236}">
                <a16:creationId xmlns:a16="http://schemas.microsoft.com/office/drawing/2014/main" id="{701FB270-6E5E-476C-9948-071B1C3A3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186" y="1714500"/>
            <a:ext cx="292100" cy="330200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814884C3-1560-DEC2-4EF8-195C81311200}"/>
              </a:ext>
            </a:extLst>
          </p:cNvPr>
          <p:cNvSpPr txBox="1"/>
          <p:nvPr/>
        </p:nvSpPr>
        <p:spPr>
          <a:xfrm>
            <a:off x="997285" y="3375025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 dirty="0">
                <a:solidFill>
                  <a:srgbClr val="FCFCFC"/>
                </a:solidFill>
                <a:latin typeface="Pretendard Medium"/>
              </a:rPr>
              <a:t>2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5906CAC-8F6E-A459-6922-34EBF29485D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14600" y="3041243"/>
            <a:ext cx="11869806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707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8C88F-8ACD-4010-2EA9-D48400C9A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F985412-C6BC-B23F-A244-9FA366BF0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38AD8FE-0C87-5488-5282-F4FCF1CE3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C9A63EC-9F03-8217-7F34-219AF6BDD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DB37F19-80E7-CEA6-FB93-27D1FDE7D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7D175A3E-0E8F-5D61-F283-7060CD95F26B}"/>
              </a:ext>
            </a:extLst>
          </p:cNvPr>
          <p:cNvSpPr txBox="1"/>
          <p:nvPr/>
        </p:nvSpPr>
        <p:spPr>
          <a:xfrm>
            <a:off x="858086" y="32258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>
                <a:solidFill>
                  <a:srgbClr val="FCFCFC"/>
                </a:solidFill>
                <a:latin typeface="Pretendard Medium"/>
              </a:rPr>
              <a:t>Lv.2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3B0DE47-116A-77FF-31A2-EE55A44595AB}"/>
              </a:ext>
            </a:extLst>
          </p:cNvPr>
          <p:cNvSpPr txBox="1"/>
          <p:nvPr/>
        </p:nvSpPr>
        <p:spPr>
          <a:xfrm>
            <a:off x="870786" y="4178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B745EC0-3D31-2F29-E59F-C71F8EF8A864}"/>
              </a:ext>
            </a:extLst>
          </p:cNvPr>
          <p:cNvSpPr txBox="1"/>
          <p:nvPr/>
        </p:nvSpPr>
        <p:spPr>
          <a:xfrm>
            <a:off x="870786" y="5067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Lv.4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06B4BAF-52D8-956F-B8E1-FA9D5A552D2D}"/>
              </a:ext>
            </a:extLst>
          </p:cNvPr>
          <p:cNvSpPr txBox="1"/>
          <p:nvPr/>
        </p:nvSpPr>
        <p:spPr>
          <a:xfrm>
            <a:off x="870786" y="5956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8039648-CF6B-183F-E425-4EE0013CDF4D}"/>
              </a:ext>
            </a:extLst>
          </p:cNvPr>
          <p:cNvSpPr txBox="1"/>
          <p:nvPr/>
        </p:nvSpPr>
        <p:spPr>
          <a:xfrm>
            <a:off x="870786" y="6832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DA93EA0-1D4B-25EF-E724-80A81298B308}"/>
              </a:ext>
            </a:extLst>
          </p:cNvPr>
          <p:cNvSpPr txBox="1"/>
          <p:nvPr/>
        </p:nvSpPr>
        <p:spPr>
          <a:xfrm>
            <a:off x="870786" y="7721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17ED86A-9324-708A-7D43-0DB052919363}"/>
              </a:ext>
            </a:extLst>
          </p:cNvPr>
          <p:cNvSpPr txBox="1"/>
          <p:nvPr/>
        </p:nvSpPr>
        <p:spPr>
          <a:xfrm>
            <a:off x="870786" y="8610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Lv.8</a:t>
            </a: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715C2485-4EA4-665B-BA7E-2117A9DDF8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86" y="1562100"/>
            <a:ext cx="292100" cy="3302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F243B2D0-5B81-4FB6-507B-910DD1F7C0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3E10328B-25CB-4916-6B20-079DE729240C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벤치마크</a:t>
            </a:r>
            <a:endParaRPr lang="ko-KR" alt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56244D9-9394-3FA4-77AB-26688259FDE9}"/>
              </a:ext>
            </a:extLst>
          </p:cNvPr>
          <p:cNvSpPr txBox="1"/>
          <p:nvPr/>
        </p:nvSpPr>
        <p:spPr>
          <a:xfrm>
            <a:off x="96012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ea typeface="Pretendard Regular"/>
              </a:rPr>
              <a:t>|  </a:t>
            </a:r>
            <a:r>
              <a:rPr lang="ko-KR" altLang="en-US" sz="2500" spc="-100" dirty="0">
                <a:solidFill>
                  <a:srgbClr val="747EA7"/>
                </a:solidFill>
                <a:ea typeface="Pretendard Regular"/>
              </a:rPr>
              <a:t>금융 관련 솔루션 서비스</a:t>
            </a:r>
            <a:endParaRPr lang="ko-KR" altLang="ko-KR" sz="2500" b="0" i="0" u="none" strike="noStrike" spc="-100" dirty="0">
              <a:solidFill>
                <a:srgbClr val="747EA7"/>
              </a:solidFill>
              <a:ea typeface="Pretendard Regular"/>
            </a:endParaRP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883B8D1B-80EA-4A39-24CA-2C95FDB72E14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6C317A77-7C3E-E1DE-F95C-BE0F19065495}"/>
              </a:ext>
            </a:extLst>
          </p:cNvPr>
          <p:cNvSpPr txBox="1"/>
          <p:nvPr/>
        </p:nvSpPr>
        <p:spPr>
          <a:xfrm>
            <a:off x="15125700" y="1524000"/>
            <a:ext cx="711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800" b="0" i="0" u="none" strike="noStrike" spc="-100" dirty="0">
                <a:solidFill>
                  <a:srgbClr val="FCFCFC">
                    <a:alpha val="98824"/>
                  </a:srgbClr>
                </a:solidFill>
                <a:ea typeface="Pretendard Medium"/>
              </a:rPr>
              <a:t>난이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69876FF-34AF-534B-B5A9-7829425B142A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10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B7A10E5-002A-54E6-8941-F9F787419D26}"/>
              </a:ext>
            </a:extLst>
          </p:cNvPr>
          <p:cNvSpPr txBox="1"/>
          <p:nvPr/>
        </p:nvSpPr>
        <p:spPr>
          <a:xfrm>
            <a:off x="870786" y="241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Lv.1</a:t>
            </a:r>
          </a:p>
        </p:txBody>
      </p:sp>
      <p:pic>
        <p:nvPicPr>
          <p:cNvPr id="36" name="Picture 36">
            <a:extLst>
              <a:ext uri="{FF2B5EF4-FFF2-40B4-BE49-F238E27FC236}">
                <a16:creationId xmlns:a16="http://schemas.microsoft.com/office/drawing/2014/main" id="{4F04263E-640E-25CE-AF0B-C4DF506F06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0900" y="3898900"/>
            <a:ext cx="977900" cy="977900"/>
          </a:xfrm>
          <a:prstGeom prst="rect">
            <a:avLst/>
          </a:prstGeom>
        </p:spPr>
      </p:pic>
      <p:pic>
        <p:nvPicPr>
          <p:cNvPr id="39" name="Picture 39">
            <a:extLst>
              <a:ext uri="{FF2B5EF4-FFF2-40B4-BE49-F238E27FC236}">
                <a16:creationId xmlns:a16="http://schemas.microsoft.com/office/drawing/2014/main" id="{23F53B90-70AE-B7EE-1611-7B83969D28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6959600"/>
            <a:ext cx="1143000" cy="1143000"/>
          </a:xfrm>
          <a:prstGeom prst="rect">
            <a:avLst/>
          </a:prstGeom>
        </p:spPr>
      </p:pic>
      <p:pic>
        <p:nvPicPr>
          <p:cNvPr id="40" name="Picture 40">
            <a:extLst>
              <a:ext uri="{FF2B5EF4-FFF2-40B4-BE49-F238E27FC236}">
                <a16:creationId xmlns:a16="http://schemas.microsoft.com/office/drawing/2014/main" id="{64C2E2E5-058A-92F2-8D47-05DCA1E0FD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0" y="7010400"/>
            <a:ext cx="965200" cy="965200"/>
          </a:xfrm>
          <a:prstGeom prst="rect">
            <a:avLst/>
          </a:prstGeom>
        </p:spPr>
      </p:pic>
      <p:pic>
        <p:nvPicPr>
          <p:cNvPr id="55" name="Picture 6">
            <a:extLst>
              <a:ext uri="{FF2B5EF4-FFF2-40B4-BE49-F238E27FC236}">
                <a16:creationId xmlns:a16="http://schemas.microsoft.com/office/drawing/2014/main" id="{5F055304-ED8D-FE0D-D0D1-17783ED096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786" y="1447800"/>
            <a:ext cx="1092200" cy="8115300"/>
          </a:xfrm>
          <a:prstGeom prst="rect">
            <a:avLst/>
          </a:prstGeom>
        </p:spPr>
      </p:pic>
      <p:pic>
        <p:nvPicPr>
          <p:cNvPr id="56" name="Picture 7">
            <a:extLst>
              <a:ext uri="{FF2B5EF4-FFF2-40B4-BE49-F238E27FC236}">
                <a16:creationId xmlns:a16="http://schemas.microsoft.com/office/drawing/2014/main" id="{0094D5B9-6E55-0C8C-02D9-67A00BB4E6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886" y="3173666"/>
            <a:ext cx="1333500" cy="863600"/>
          </a:xfrm>
          <a:prstGeom prst="rect">
            <a:avLst/>
          </a:prstGeom>
          <a:effectLst>
            <a:outerShdw blurRad="57282" dist="86852" dir="2700000">
              <a:srgbClr val="C1C7E1">
                <a:alpha val="37000"/>
              </a:srgbClr>
            </a:outerShdw>
          </a:effectLst>
        </p:spPr>
      </p:pic>
      <p:sp>
        <p:nvSpPr>
          <p:cNvPr id="57" name="TextBox 8">
            <a:extLst>
              <a:ext uri="{FF2B5EF4-FFF2-40B4-BE49-F238E27FC236}">
                <a16:creationId xmlns:a16="http://schemas.microsoft.com/office/drawing/2014/main" id="{A6BA9D9B-04C4-F40D-E307-10F394DE750E}"/>
              </a:ext>
            </a:extLst>
          </p:cNvPr>
          <p:cNvSpPr txBox="1"/>
          <p:nvPr/>
        </p:nvSpPr>
        <p:spPr>
          <a:xfrm>
            <a:off x="1010486" y="24257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1</a:t>
            </a:r>
          </a:p>
        </p:txBody>
      </p:sp>
      <p:sp>
        <p:nvSpPr>
          <p:cNvPr id="59" name="TextBox 10">
            <a:extLst>
              <a:ext uri="{FF2B5EF4-FFF2-40B4-BE49-F238E27FC236}">
                <a16:creationId xmlns:a16="http://schemas.microsoft.com/office/drawing/2014/main" id="{D7DF710E-1D4E-7539-C742-94F8356D7969}"/>
              </a:ext>
            </a:extLst>
          </p:cNvPr>
          <p:cNvSpPr txBox="1"/>
          <p:nvPr/>
        </p:nvSpPr>
        <p:spPr>
          <a:xfrm>
            <a:off x="1023186" y="4330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3</a:t>
            </a:r>
          </a:p>
        </p:txBody>
      </p:sp>
      <p:sp>
        <p:nvSpPr>
          <p:cNvPr id="60" name="TextBox 11">
            <a:extLst>
              <a:ext uri="{FF2B5EF4-FFF2-40B4-BE49-F238E27FC236}">
                <a16:creationId xmlns:a16="http://schemas.microsoft.com/office/drawing/2014/main" id="{4CE54BF0-6D59-1BF9-5231-E3CB2BCEBD26}"/>
              </a:ext>
            </a:extLst>
          </p:cNvPr>
          <p:cNvSpPr txBox="1"/>
          <p:nvPr/>
        </p:nvSpPr>
        <p:spPr>
          <a:xfrm>
            <a:off x="1023186" y="5219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4</a:t>
            </a:r>
          </a:p>
        </p:txBody>
      </p:sp>
      <p:sp>
        <p:nvSpPr>
          <p:cNvPr id="61" name="TextBox 12">
            <a:extLst>
              <a:ext uri="{FF2B5EF4-FFF2-40B4-BE49-F238E27FC236}">
                <a16:creationId xmlns:a16="http://schemas.microsoft.com/office/drawing/2014/main" id="{5BD30AC3-AB08-6CD0-7371-3E9421EDFEB3}"/>
              </a:ext>
            </a:extLst>
          </p:cNvPr>
          <p:cNvSpPr txBox="1"/>
          <p:nvPr/>
        </p:nvSpPr>
        <p:spPr>
          <a:xfrm>
            <a:off x="1023186" y="6108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5</a:t>
            </a:r>
          </a:p>
        </p:txBody>
      </p:sp>
      <p:sp>
        <p:nvSpPr>
          <p:cNvPr id="62" name="TextBox 13">
            <a:extLst>
              <a:ext uri="{FF2B5EF4-FFF2-40B4-BE49-F238E27FC236}">
                <a16:creationId xmlns:a16="http://schemas.microsoft.com/office/drawing/2014/main" id="{1A8F5E3A-5DEC-F566-4FB2-5967AC4D6510}"/>
              </a:ext>
            </a:extLst>
          </p:cNvPr>
          <p:cNvSpPr txBox="1"/>
          <p:nvPr/>
        </p:nvSpPr>
        <p:spPr>
          <a:xfrm>
            <a:off x="1023186" y="6985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6</a:t>
            </a:r>
          </a:p>
        </p:txBody>
      </p:sp>
      <p:sp>
        <p:nvSpPr>
          <p:cNvPr id="63" name="TextBox 14">
            <a:extLst>
              <a:ext uri="{FF2B5EF4-FFF2-40B4-BE49-F238E27FC236}">
                <a16:creationId xmlns:a16="http://schemas.microsoft.com/office/drawing/2014/main" id="{94AFE517-C3D2-13D2-149E-7F9DCC83AFC8}"/>
              </a:ext>
            </a:extLst>
          </p:cNvPr>
          <p:cNvSpPr txBox="1"/>
          <p:nvPr/>
        </p:nvSpPr>
        <p:spPr>
          <a:xfrm>
            <a:off x="1023186" y="7874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7</a:t>
            </a:r>
          </a:p>
        </p:txBody>
      </p:sp>
      <p:sp>
        <p:nvSpPr>
          <p:cNvPr id="64" name="TextBox 15">
            <a:extLst>
              <a:ext uri="{FF2B5EF4-FFF2-40B4-BE49-F238E27FC236}">
                <a16:creationId xmlns:a16="http://schemas.microsoft.com/office/drawing/2014/main" id="{41C8DA5E-8003-69E9-4E75-7856C3D0B312}"/>
              </a:ext>
            </a:extLst>
          </p:cNvPr>
          <p:cNvSpPr txBox="1"/>
          <p:nvPr/>
        </p:nvSpPr>
        <p:spPr>
          <a:xfrm>
            <a:off x="1023186" y="876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8</a:t>
            </a:r>
          </a:p>
        </p:txBody>
      </p:sp>
      <p:pic>
        <p:nvPicPr>
          <p:cNvPr id="65" name="Picture 16">
            <a:extLst>
              <a:ext uri="{FF2B5EF4-FFF2-40B4-BE49-F238E27FC236}">
                <a16:creationId xmlns:a16="http://schemas.microsoft.com/office/drawing/2014/main" id="{8A6699DA-C788-7B11-A93C-AA7C5CFA6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186" y="1714500"/>
            <a:ext cx="292100" cy="33020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CC29E90-486B-D9A9-09F1-935802E8055D}"/>
              </a:ext>
            </a:extLst>
          </p:cNvPr>
          <p:cNvSpPr txBox="1">
            <a:spLocks/>
          </p:cNvSpPr>
          <p:nvPr/>
        </p:nvSpPr>
        <p:spPr>
          <a:xfrm>
            <a:off x="2819400" y="3729037"/>
            <a:ext cx="143637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r>
              <a:rPr lang="ko-KR" altLang="en-US" dirty="0"/>
              <a:t>투자 수익의 일정 퍼센트를 가져가는 방식으로 수수료를 부과함</a:t>
            </a: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r>
              <a:rPr lang="ko-KR" altLang="en-US" dirty="0"/>
              <a:t>위의 방식과 비교해 </a:t>
            </a:r>
            <a:r>
              <a:rPr lang="en-US" altLang="ko-KR" dirty="0"/>
              <a:t>API </a:t>
            </a:r>
            <a:r>
              <a:rPr lang="ko-KR" altLang="en-US" dirty="0"/>
              <a:t>비용만 지불하면 보다 저렴하다</a:t>
            </a:r>
            <a:endParaRPr lang="en-US" altLang="ko-KR" dirty="0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210842A0-4D19-F47F-184E-D10F14CEB724}"/>
              </a:ext>
            </a:extLst>
          </p:cNvPr>
          <p:cNvSpPr txBox="1"/>
          <p:nvPr/>
        </p:nvSpPr>
        <p:spPr>
          <a:xfrm>
            <a:off x="997285" y="3375025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 dirty="0">
                <a:solidFill>
                  <a:srgbClr val="FCFCFC"/>
                </a:solidFill>
                <a:latin typeface="Pretendard Medium"/>
              </a:rPr>
              <a:t>2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CFB16FC-8F2C-7EF0-6B9F-F46624E8A33D}"/>
              </a:ext>
            </a:extLst>
          </p:cNvPr>
          <p:cNvSpPr/>
          <p:nvPr/>
        </p:nvSpPr>
        <p:spPr>
          <a:xfrm>
            <a:off x="9201150" y="5219700"/>
            <a:ext cx="1600200" cy="1717675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624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0768-A551-4F88-8AFF-7314D3240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11C6201-1796-6DD3-DC16-0AEA9923B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3C0FCFC-7949-AFB5-C434-1C32FB7AD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99ACE97-E0F1-F398-4CC7-AE223990F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249EF220-E133-7972-77DB-2F40EA7BD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E8E9AE7D-1741-7233-0F8F-EFE90795EFFD}"/>
              </a:ext>
            </a:extLst>
          </p:cNvPr>
          <p:cNvSpPr txBox="1"/>
          <p:nvPr/>
        </p:nvSpPr>
        <p:spPr>
          <a:xfrm>
            <a:off x="858086" y="32258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>
                <a:solidFill>
                  <a:srgbClr val="FCFCFC"/>
                </a:solidFill>
                <a:latin typeface="Pretendard Medium"/>
              </a:rPr>
              <a:t>Lv.2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A05E673-D251-0EF6-105E-6D81109C2553}"/>
              </a:ext>
            </a:extLst>
          </p:cNvPr>
          <p:cNvSpPr txBox="1"/>
          <p:nvPr/>
        </p:nvSpPr>
        <p:spPr>
          <a:xfrm>
            <a:off x="870786" y="4178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0AED7C4-145C-7F69-B818-4D9B45081565}"/>
              </a:ext>
            </a:extLst>
          </p:cNvPr>
          <p:cNvSpPr txBox="1"/>
          <p:nvPr/>
        </p:nvSpPr>
        <p:spPr>
          <a:xfrm>
            <a:off x="870786" y="5067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Lv.4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17D04A8-25F3-9E72-DDCC-B3D62C386AAD}"/>
              </a:ext>
            </a:extLst>
          </p:cNvPr>
          <p:cNvSpPr txBox="1"/>
          <p:nvPr/>
        </p:nvSpPr>
        <p:spPr>
          <a:xfrm>
            <a:off x="870786" y="5956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67FD11F-019E-98BD-CEC7-312CB356525C}"/>
              </a:ext>
            </a:extLst>
          </p:cNvPr>
          <p:cNvSpPr txBox="1"/>
          <p:nvPr/>
        </p:nvSpPr>
        <p:spPr>
          <a:xfrm>
            <a:off x="870786" y="6832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8C0BA89-1E7F-2750-2F5B-6B15EAE21E0B}"/>
              </a:ext>
            </a:extLst>
          </p:cNvPr>
          <p:cNvSpPr txBox="1"/>
          <p:nvPr/>
        </p:nvSpPr>
        <p:spPr>
          <a:xfrm>
            <a:off x="870786" y="7721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48F865B-3CB8-60AD-C594-AA4E56D00B70}"/>
              </a:ext>
            </a:extLst>
          </p:cNvPr>
          <p:cNvSpPr txBox="1"/>
          <p:nvPr/>
        </p:nvSpPr>
        <p:spPr>
          <a:xfrm>
            <a:off x="870786" y="8610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Lv.8</a:t>
            </a: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9617F693-590E-E32E-9220-B95D32342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86" y="1562100"/>
            <a:ext cx="292100" cy="3302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963EA9FA-DEBE-A8FB-B932-5EC96FAD53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3287C6D9-E870-FF1B-EB55-76DD7762062B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벤치마크</a:t>
            </a:r>
            <a:endParaRPr lang="ko-KR" alt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E27D632-D571-A545-3A16-8E5A28927EBF}"/>
              </a:ext>
            </a:extLst>
          </p:cNvPr>
          <p:cNvSpPr txBox="1"/>
          <p:nvPr/>
        </p:nvSpPr>
        <p:spPr>
          <a:xfrm>
            <a:off x="96012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ea typeface="Pretendard Regular"/>
              </a:rPr>
              <a:t>|  Chat GPT</a:t>
            </a:r>
            <a:endParaRPr lang="ko-KR" altLang="ko-KR" sz="2500" b="0" i="0" u="none" strike="noStrike" spc="-100" dirty="0">
              <a:solidFill>
                <a:srgbClr val="747EA7"/>
              </a:solidFill>
              <a:ea typeface="Pretendard Regular"/>
            </a:endParaRP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4C3D190-5F10-2468-3298-3463A435B680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4924A4AE-B2F8-B932-4ECC-E71BF4F96398}"/>
              </a:ext>
            </a:extLst>
          </p:cNvPr>
          <p:cNvSpPr txBox="1"/>
          <p:nvPr/>
        </p:nvSpPr>
        <p:spPr>
          <a:xfrm>
            <a:off x="15125700" y="1524000"/>
            <a:ext cx="711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800" b="0" i="0" u="none" strike="noStrike" spc="-100" dirty="0">
                <a:solidFill>
                  <a:srgbClr val="FCFCFC">
                    <a:alpha val="98824"/>
                  </a:srgbClr>
                </a:solidFill>
                <a:ea typeface="Pretendard Medium"/>
              </a:rPr>
              <a:t>난이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DFC80EB-4C96-49F2-4A01-EEECDBC8B5AC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11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83DCD5B-B3B0-874A-257D-2765B5135F95}"/>
              </a:ext>
            </a:extLst>
          </p:cNvPr>
          <p:cNvSpPr txBox="1"/>
          <p:nvPr/>
        </p:nvSpPr>
        <p:spPr>
          <a:xfrm>
            <a:off x="870786" y="241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Lv.1</a:t>
            </a:r>
          </a:p>
        </p:txBody>
      </p:sp>
      <p:pic>
        <p:nvPicPr>
          <p:cNvPr id="36" name="Picture 36">
            <a:extLst>
              <a:ext uri="{FF2B5EF4-FFF2-40B4-BE49-F238E27FC236}">
                <a16:creationId xmlns:a16="http://schemas.microsoft.com/office/drawing/2014/main" id="{726826BF-84C8-C829-47B0-234511F625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0900" y="3898900"/>
            <a:ext cx="977900" cy="977900"/>
          </a:xfrm>
          <a:prstGeom prst="rect">
            <a:avLst/>
          </a:prstGeom>
        </p:spPr>
      </p:pic>
      <p:pic>
        <p:nvPicPr>
          <p:cNvPr id="40" name="Picture 40">
            <a:extLst>
              <a:ext uri="{FF2B5EF4-FFF2-40B4-BE49-F238E27FC236}">
                <a16:creationId xmlns:a16="http://schemas.microsoft.com/office/drawing/2014/main" id="{0FD1348C-64BA-7272-3425-C1568C4F11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19000" y="7010400"/>
            <a:ext cx="965200" cy="965200"/>
          </a:xfrm>
          <a:prstGeom prst="rect">
            <a:avLst/>
          </a:prstGeom>
        </p:spPr>
      </p:pic>
      <p:pic>
        <p:nvPicPr>
          <p:cNvPr id="55" name="Picture 6">
            <a:extLst>
              <a:ext uri="{FF2B5EF4-FFF2-40B4-BE49-F238E27FC236}">
                <a16:creationId xmlns:a16="http://schemas.microsoft.com/office/drawing/2014/main" id="{7F388988-F029-0E66-2266-87212EA84E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786" y="1447800"/>
            <a:ext cx="1092200" cy="8115300"/>
          </a:xfrm>
          <a:prstGeom prst="rect">
            <a:avLst/>
          </a:prstGeom>
        </p:spPr>
      </p:pic>
      <p:pic>
        <p:nvPicPr>
          <p:cNvPr id="56" name="Picture 7">
            <a:extLst>
              <a:ext uri="{FF2B5EF4-FFF2-40B4-BE49-F238E27FC236}">
                <a16:creationId xmlns:a16="http://schemas.microsoft.com/office/drawing/2014/main" id="{280AA158-AD88-094D-4105-2059109C13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886" y="3173666"/>
            <a:ext cx="1333500" cy="863600"/>
          </a:xfrm>
          <a:prstGeom prst="rect">
            <a:avLst/>
          </a:prstGeom>
          <a:effectLst>
            <a:outerShdw blurRad="57282" dist="86852" dir="2700000">
              <a:srgbClr val="C1C7E1">
                <a:alpha val="37000"/>
              </a:srgbClr>
            </a:outerShdw>
          </a:effectLst>
        </p:spPr>
      </p:pic>
      <p:sp>
        <p:nvSpPr>
          <p:cNvPr id="57" name="TextBox 8">
            <a:extLst>
              <a:ext uri="{FF2B5EF4-FFF2-40B4-BE49-F238E27FC236}">
                <a16:creationId xmlns:a16="http://schemas.microsoft.com/office/drawing/2014/main" id="{B6634266-4B3F-0D80-95FB-252E87B7948A}"/>
              </a:ext>
            </a:extLst>
          </p:cNvPr>
          <p:cNvSpPr txBox="1"/>
          <p:nvPr/>
        </p:nvSpPr>
        <p:spPr>
          <a:xfrm>
            <a:off x="1010486" y="24257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1</a:t>
            </a:r>
          </a:p>
        </p:txBody>
      </p:sp>
      <p:sp>
        <p:nvSpPr>
          <p:cNvPr id="58" name="TextBox 9">
            <a:extLst>
              <a:ext uri="{FF2B5EF4-FFF2-40B4-BE49-F238E27FC236}">
                <a16:creationId xmlns:a16="http://schemas.microsoft.com/office/drawing/2014/main" id="{A93400E1-5799-9C19-CA3B-E936E84C65FF}"/>
              </a:ext>
            </a:extLst>
          </p:cNvPr>
          <p:cNvSpPr txBox="1"/>
          <p:nvPr/>
        </p:nvSpPr>
        <p:spPr>
          <a:xfrm>
            <a:off x="1023186" y="34544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endParaRPr lang="en-US" sz="2800" b="0" i="0" u="none" strike="noStrike" spc="-100" dirty="0">
              <a:solidFill>
                <a:srgbClr val="FCFCFC">
                  <a:alpha val="67843"/>
                </a:srgbClr>
              </a:solidFill>
              <a:latin typeface="Pretendard Regular"/>
            </a:endParaRPr>
          </a:p>
        </p:txBody>
      </p:sp>
      <p:sp>
        <p:nvSpPr>
          <p:cNvPr id="59" name="TextBox 10">
            <a:extLst>
              <a:ext uri="{FF2B5EF4-FFF2-40B4-BE49-F238E27FC236}">
                <a16:creationId xmlns:a16="http://schemas.microsoft.com/office/drawing/2014/main" id="{63B8F9F8-C14B-81CC-000E-0EDC7225D6DF}"/>
              </a:ext>
            </a:extLst>
          </p:cNvPr>
          <p:cNvSpPr txBox="1"/>
          <p:nvPr/>
        </p:nvSpPr>
        <p:spPr>
          <a:xfrm>
            <a:off x="1023186" y="4330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3</a:t>
            </a:r>
          </a:p>
        </p:txBody>
      </p:sp>
      <p:sp>
        <p:nvSpPr>
          <p:cNvPr id="60" name="TextBox 11">
            <a:extLst>
              <a:ext uri="{FF2B5EF4-FFF2-40B4-BE49-F238E27FC236}">
                <a16:creationId xmlns:a16="http://schemas.microsoft.com/office/drawing/2014/main" id="{897B5546-3CCF-FA50-5593-8D36B34EF152}"/>
              </a:ext>
            </a:extLst>
          </p:cNvPr>
          <p:cNvSpPr txBox="1"/>
          <p:nvPr/>
        </p:nvSpPr>
        <p:spPr>
          <a:xfrm>
            <a:off x="1023186" y="5219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4</a:t>
            </a:r>
          </a:p>
        </p:txBody>
      </p:sp>
      <p:sp>
        <p:nvSpPr>
          <p:cNvPr id="61" name="TextBox 12">
            <a:extLst>
              <a:ext uri="{FF2B5EF4-FFF2-40B4-BE49-F238E27FC236}">
                <a16:creationId xmlns:a16="http://schemas.microsoft.com/office/drawing/2014/main" id="{F6E36BFC-42AA-59E1-AE84-C37087AE5DB9}"/>
              </a:ext>
            </a:extLst>
          </p:cNvPr>
          <p:cNvSpPr txBox="1"/>
          <p:nvPr/>
        </p:nvSpPr>
        <p:spPr>
          <a:xfrm>
            <a:off x="1023186" y="6108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5</a:t>
            </a:r>
          </a:p>
        </p:txBody>
      </p:sp>
      <p:sp>
        <p:nvSpPr>
          <p:cNvPr id="62" name="TextBox 13">
            <a:extLst>
              <a:ext uri="{FF2B5EF4-FFF2-40B4-BE49-F238E27FC236}">
                <a16:creationId xmlns:a16="http://schemas.microsoft.com/office/drawing/2014/main" id="{2CE24E2A-479C-2D15-1BCC-4EAD1B9BC3E3}"/>
              </a:ext>
            </a:extLst>
          </p:cNvPr>
          <p:cNvSpPr txBox="1"/>
          <p:nvPr/>
        </p:nvSpPr>
        <p:spPr>
          <a:xfrm>
            <a:off x="1023186" y="6985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6</a:t>
            </a:r>
          </a:p>
        </p:txBody>
      </p:sp>
      <p:sp>
        <p:nvSpPr>
          <p:cNvPr id="63" name="TextBox 14">
            <a:extLst>
              <a:ext uri="{FF2B5EF4-FFF2-40B4-BE49-F238E27FC236}">
                <a16:creationId xmlns:a16="http://schemas.microsoft.com/office/drawing/2014/main" id="{62886F8C-C835-FD69-3745-BC9B4EF4EE82}"/>
              </a:ext>
            </a:extLst>
          </p:cNvPr>
          <p:cNvSpPr txBox="1"/>
          <p:nvPr/>
        </p:nvSpPr>
        <p:spPr>
          <a:xfrm>
            <a:off x="1023186" y="7874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7</a:t>
            </a:r>
          </a:p>
        </p:txBody>
      </p:sp>
      <p:sp>
        <p:nvSpPr>
          <p:cNvPr id="64" name="TextBox 15">
            <a:extLst>
              <a:ext uri="{FF2B5EF4-FFF2-40B4-BE49-F238E27FC236}">
                <a16:creationId xmlns:a16="http://schemas.microsoft.com/office/drawing/2014/main" id="{34246FD0-1C19-B292-3005-8EC1C28DBEA6}"/>
              </a:ext>
            </a:extLst>
          </p:cNvPr>
          <p:cNvSpPr txBox="1"/>
          <p:nvPr/>
        </p:nvSpPr>
        <p:spPr>
          <a:xfrm>
            <a:off x="1023186" y="876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8</a:t>
            </a:r>
          </a:p>
        </p:txBody>
      </p:sp>
      <p:pic>
        <p:nvPicPr>
          <p:cNvPr id="65" name="Picture 16">
            <a:extLst>
              <a:ext uri="{FF2B5EF4-FFF2-40B4-BE49-F238E27FC236}">
                <a16:creationId xmlns:a16="http://schemas.microsoft.com/office/drawing/2014/main" id="{EA149407-2A63-7148-30C2-4501245F01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186" y="1714500"/>
            <a:ext cx="292100" cy="3302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EFB5CD6-0B68-28ED-4865-19075405C4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67786" y="3173666"/>
            <a:ext cx="8989535" cy="30289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A55209C-85D9-4035-6139-1B29D74B12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06293" y="3269223"/>
            <a:ext cx="6502786" cy="5646176"/>
          </a:xfrm>
          <a:prstGeom prst="rect">
            <a:avLst/>
          </a:prstGeom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52325A7E-AFAE-92F4-C9A1-0968C3A54C7E}"/>
              </a:ext>
            </a:extLst>
          </p:cNvPr>
          <p:cNvSpPr txBox="1"/>
          <p:nvPr/>
        </p:nvSpPr>
        <p:spPr>
          <a:xfrm>
            <a:off x="997285" y="3375025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 dirty="0">
                <a:solidFill>
                  <a:srgbClr val="FCFCFC"/>
                </a:solidFill>
                <a:latin typeface="Pretendard Mediu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88047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5466B-ED83-2084-9FD6-FEDB2A311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CF08A45-E88D-D18E-B8E1-0EA271E4F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8EF16A4-FB27-C244-849A-BF86C5B4A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3589E18-54F4-024A-6EF9-442EBC365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D5F8A8C-C1B0-2872-E274-48EFAF74F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3D5F3966-6810-D23B-A382-8A851F7F44D2}"/>
              </a:ext>
            </a:extLst>
          </p:cNvPr>
          <p:cNvSpPr txBox="1"/>
          <p:nvPr/>
        </p:nvSpPr>
        <p:spPr>
          <a:xfrm>
            <a:off x="858086" y="32258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>
                <a:solidFill>
                  <a:srgbClr val="FCFCFC"/>
                </a:solidFill>
                <a:latin typeface="Pretendard Medium"/>
              </a:rPr>
              <a:t>Lv.2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6925B41-D178-71B2-E328-C64444FF2B5F}"/>
              </a:ext>
            </a:extLst>
          </p:cNvPr>
          <p:cNvSpPr txBox="1"/>
          <p:nvPr/>
        </p:nvSpPr>
        <p:spPr>
          <a:xfrm>
            <a:off x="870786" y="4178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C64B40A-C74C-B2FC-D7C2-DB425E7849F6}"/>
              </a:ext>
            </a:extLst>
          </p:cNvPr>
          <p:cNvSpPr txBox="1"/>
          <p:nvPr/>
        </p:nvSpPr>
        <p:spPr>
          <a:xfrm>
            <a:off x="870786" y="5067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Lv.4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8F583FE-EC34-A743-D949-E47914638D86}"/>
              </a:ext>
            </a:extLst>
          </p:cNvPr>
          <p:cNvSpPr txBox="1"/>
          <p:nvPr/>
        </p:nvSpPr>
        <p:spPr>
          <a:xfrm>
            <a:off x="870786" y="5956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A58F8A9-8CCC-D79F-ED56-B5AFE123A02B}"/>
              </a:ext>
            </a:extLst>
          </p:cNvPr>
          <p:cNvSpPr txBox="1"/>
          <p:nvPr/>
        </p:nvSpPr>
        <p:spPr>
          <a:xfrm>
            <a:off x="870786" y="6832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2032100-DE6A-FF72-5288-AB1222D32625}"/>
              </a:ext>
            </a:extLst>
          </p:cNvPr>
          <p:cNvSpPr txBox="1"/>
          <p:nvPr/>
        </p:nvSpPr>
        <p:spPr>
          <a:xfrm>
            <a:off x="870786" y="7721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BFDB2BE-674D-4731-83D5-6883672B899D}"/>
              </a:ext>
            </a:extLst>
          </p:cNvPr>
          <p:cNvSpPr txBox="1"/>
          <p:nvPr/>
        </p:nvSpPr>
        <p:spPr>
          <a:xfrm>
            <a:off x="870786" y="8610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Lv.8</a:t>
            </a: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83C8B15D-8AAC-C88A-FEEA-529596DB07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86" y="1562100"/>
            <a:ext cx="292100" cy="3302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94575EC6-345F-CEAC-B0AF-70D606AC4C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D3926E02-5F71-CAB2-17F5-F40413A34779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벤치마크</a:t>
            </a:r>
            <a:endParaRPr lang="ko-KR" alt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15E0BEA-0D93-5B02-8D82-1723AFC2084A}"/>
              </a:ext>
            </a:extLst>
          </p:cNvPr>
          <p:cNvSpPr txBox="1"/>
          <p:nvPr/>
        </p:nvSpPr>
        <p:spPr>
          <a:xfrm>
            <a:off x="96012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ea typeface="Pretendard Regular"/>
              </a:rPr>
              <a:t>|  Chat GPT</a:t>
            </a:r>
            <a:endParaRPr lang="ko-KR" altLang="ko-KR" sz="2500" b="0" i="0" u="none" strike="noStrike" spc="-100" dirty="0">
              <a:solidFill>
                <a:srgbClr val="747EA7"/>
              </a:solidFill>
              <a:ea typeface="Pretendard Regular"/>
            </a:endParaRP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211B7FE-3472-67A8-BD90-4CBF9361B3B8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8987C281-F02B-5DCF-19FD-B4275EA3A319}"/>
              </a:ext>
            </a:extLst>
          </p:cNvPr>
          <p:cNvSpPr txBox="1"/>
          <p:nvPr/>
        </p:nvSpPr>
        <p:spPr>
          <a:xfrm>
            <a:off x="15125700" y="1524000"/>
            <a:ext cx="711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800" b="0" i="0" u="none" strike="noStrike" spc="-100" dirty="0">
                <a:solidFill>
                  <a:srgbClr val="FCFCFC">
                    <a:alpha val="98824"/>
                  </a:srgbClr>
                </a:solidFill>
                <a:ea typeface="Pretendard Medium"/>
              </a:rPr>
              <a:t>난이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690C36A-AD1F-CCE5-08E3-650F323893E3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12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D8E07C6-C37C-8E5A-E412-45A15419C3E0}"/>
              </a:ext>
            </a:extLst>
          </p:cNvPr>
          <p:cNvSpPr txBox="1"/>
          <p:nvPr/>
        </p:nvSpPr>
        <p:spPr>
          <a:xfrm>
            <a:off x="870786" y="241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Lv.1</a:t>
            </a:r>
          </a:p>
        </p:txBody>
      </p:sp>
      <p:pic>
        <p:nvPicPr>
          <p:cNvPr id="36" name="Picture 36">
            <a:extLst>
              <a:ext uri="{FF2B5EF4-FFF2-40B4-BE49-F238E27FC236}">
                <a16:creationId xmlns:a16="http://schemas.microsoft.com/office/drawing/2014/main" id="{02173FB1-533A-7102-8696-3CA186AE3D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0900" y="3898900"/>
            <a:ext cx="977900" cy="977900"/>
          </a:xfrm>
          <a:prstGeom prst="rect">
            <a:avLst/>
          </a:prstGeom>
        </p:spPr>
      </p:pic>
      <p:pic>
        <p:nvPicPr>
          <p:cNvPr id="39" name="Picture 39">
            <a:extLst>
              <a:ext uri="{FF2B5EF4-FFF2-40B4-BE49-F238E27FC236}">
                <a16:creationId xmlns:a16="http://schemas.microsoft.com/office/drawing/2014/main" id="{8D40DD0C-DD89-8819-1235-B1A3B1B69A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6959600"/>
            <a:ext cx="1143000" cy="1143000"/>
          </a:xfrm>
          <a:prstGeom prst="rect">
            <a:avLst/>
          </a:prstGeom>
        </p:spPr>
      </p:pic>
      <p:pic>
        <p:nvPicPr>
          <p:cNvPr id="40" name="Picture 40">
            <a:extLst>
              <a:ext uri="{FF2B5EF4-FFF2-40B4-BE49-F238E27FC236}">
                <a16:creationId xmlns:a16="http://schemas.microsoft.com/office/drawing/2014/main" id="{52E951F4-7ACA-275E-02F4-C746B0AF31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0" y="7010400"/>
            <a:ext cx="965200" cy="965200"/>
          </a:xfrm>
          <a:prstGeom prst="rect">
            <a:avLst/>
          </a:prstGeom>
        </p:spPr>
      </p:pic>
      <p:pic>
        <p:nvPicPr>
          <p:cNvPr id="55" name="Picture 6">
            <a:extLst>
              <a:ext uri="{FF2B5EF4-FFF2-40B4-BE49-F238E27FC236}">
                <a16:creationId xmlns:a16="http://schemas.microsoft.com/office/drawing/2014/main" id="{87E864C3-3BEE-DACC-46FB-4FF276E2E5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786" y="1447800"/>
            <a:ext cx="1092200" cy="8115300"/>
          </a:xfrm>
          <a:prstGeom prst="rect">
            <a:avLst/>
          </a:prstGeom>
        </p:spPr>
      </p:pic>
      <p:pic>
        <p:nvPicPr>
          <p:cNvPr id="56" name="Picture 7">
            <a:extLst>
              <a:ext uri="{FF2B5EF4-FFF2-40B4-BE49-F238E27FC236}">
                <a16:creationId xmlns:a16="http://schemas.microsoft.com/office/drawing/2014/main" id="{6769CB23-8DB9-E263-6483-0D4CB4EE02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886" y="3173666"/>
            <a:ext cx="1333500" cy="863600"/>
          </a:xfrm>
          <a:prstGeom prst="rect">
            <a:avLst/>
          </a:prstGeom>
          <a:effectLst>
            <a:outerShdw blurRad="57282" dist="86852" dir="2700000">
              <a:srgbClr val="C1C7E1">
                <a:alpha val="37000"/>
              </a:srgbClr>
            </a:outerShdw>
          </a:effectLst>
        </p:spPr>
      </p:pic>
      <p:sp>
        <p:nvSpPr>
          <p:cNvPr id="57" name="TextBox 8">
            <a:extLst>
              <a:ext uri="{FF2B5EF4-FFF2-40B4-BE49-F238E27FC236}">
                <a16:creationId xmlns:a16="http://schemas.microsoft.com/office/drawing/2014/main" id="{C3B05877-AD47-A6F4-244C-EECB620ED18D}"/>
              </a:ext>
            </a:extLst>
          </p:cNvPr>
          <p:cNvSpPr txBox="1"/>
          <p:nvPr/>
        </p:nvSpPr>
        <p:spPr>
          <a:xfrm>
            <a:off x="1010486" y="24257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1</a:t>
            </a:r>
          </a:p>
        </p:txBody>
      </p:sp>
      <p:sp>
        <p:nvSpPr>
          <p:cNvPr id="59" name="TextBox 10">
            <a:extLst>
              <a:ext uri="{FF2B5EF4-FFF2-40B4-BE49-F238E27FC236}">
                <a16:creationId xmlns:a16="http://schemas.microsoft.com/office/drawing/2014/main" id="{62CA061B-CC45-66F6-4152-C9D7D643A360}"/>
              </a:ext>
            </a:extLst>
          </p:cNvPr>
          <p:cNvSpPr txBox="1"/>
          <p:nvPr/>
        </p:nvSpPr>
        <p:spPr>
          <a:xfrm>
            <a:off x="1023186" y="4330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3</a:t>
            </a:r>
          </a:p>
        </p:txBody>
      </p:sp>
      <p:sp>
        <p:nvSpPr>
          <p:cNvPr id="60" name="TextBox 11">
            <a:extLst>
              <a:ext uri="{FF2B5EF4-FFF2-40B4-BE49-F238E27FC236}">
                <a16:creationId xmlns:a16="http://schemas.microsoft.com/office/drawing/2014/main" id="{9F51A9A9-02CC-3444-46FC-1E3D35BB2EFA}"/>
              </a:ext>
            </a:extLst>
          </p:cNvPr>
          <p:cNvSpPr txBox="1"/>
          <p:nvPr/>
        </p:nvSpPr>
        <p:spPr>
          <a:xfrm>
            <a:off x="1023186" y="5219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4</a:t>
            </a:r>
          </a:p>
        </p:txBody>
      </p:sp>
      <p:sp>
        <p:nvSpPr>
          <p:cNvPr id="61" name="TextBox 12">
            <a:extLst>
              <a:ext uri="{FF2B5EF4-FFF2-40B4-BE49-F238E27FC236}">
                <a16:creationId xmlns:a16="http://schemas.microsoft.com/office/drawing/2014/main" id="{FCF0CCD5-6497-9CBF-6F56-E15C6166DFF3}"/>
              </a:ext>
            </a:extLst>
          </p:cNvPr>
          <p:cNvSpPr txBox="1"/>
          <p:nvPr/>
        </p:nvSpPr>
        <p:spPr>
          <a:xfrm>
            <a:off x="1023186" y="6108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5</a:t>
            </a:r>
          </a:p>
        </p:txBody>
      </p:sp>
      <p:sp>
        <p:nvSpPr>
          <p:cNvPr id="62" name="TextBox 13">
            <a:extLst>
              <a:ext uri="{FF2B5EF4-FFF2-40B4-BE49-F238E27FC236}">
                <a16:creationId xmlns:a16="http://schemas.microsoft.com/office/drawing/2014/main" id="{7C71481A-5B14-F269-3A96-95BA458952F2}"/>
              </a:ext>
            </a:extLst>
          </p:cNvPr>
          <p:cNvSpPr txBox="1"/>
          <p:nvPr/>
        </p:nvSpPr>
        <p:spPr>
          <a:xfrm>
            <a:off x="1023186" y="6985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6</a:t>
            </a:r>
          </a:p>
        </p:txBody>
      </p:sp>
      <p:sp>
        <p:nvSpPr>
          <p:cNvPr id="63" name="TextBox 14">
            <a:extLst>
              <a:ext uri="{FF2B5EF4-FFF2-40B4-BE49-F238E27FC236}">
                <a16:creationId xmlns:a16="http://schemas.microsoft.com/office/drawing/2014/main" id="{4748AE62-17D9-89E5-04C5-DEBD19E7368E}"/>
              </a:ext>
            </a:extLst>
          </p:cNvPr>
          <p:cNvSpPr txBox="1"/>
          <p:nvPr/>
        </p:nvSpPr>
        <p:spPr>
          <a:xfrm>
            <a:off x="1023186" y="7874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7</a:t>
            </a:r>
          </a:p>
        </p:txBody>
      </p:sp>
      <p:sp>
        <p:nvSpPr>
          <p:cNvPr id="64" name="TextBox 15">
            <a:extLst>
              <a:ext uri="{FF2B5EF4-FFF2-40B4-BE49-F238E27FC236}">
                <a16:creationId xmlns:a16="http://schemas.microsoft.com/office/drawing/2014/main" id="{81B319A8-5BD5-4A65-29A4-AB7224A4E2C4}"/>
              </a:ext>
            </a:extLst>
          </p:cNvPr>
          <p:cNvSpPr txBox="1"/>
          <p:nvPr/>
        </p:nvSpPr>
        <p:spPr>
          <a:xfrm>
            <a:off x="1023186" y="876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8</a:t>
            </a:r>
          </a:p>
        </p:txBody>
      </p:sp>
      <p:pic>
        <p:nvPicPr>
          <p:cNvPr id="65" name="Picture 16">
            <a:extLst>
              <a:ext uri="{FF2B5EF4-FFF2-40B4-BE49-F238E27FC236}">
                <a16:creationId xmlns:a16="http://schemas.microsoft.com/office/drawing/2014/main" id="{C7E409B1-A6E4-E275-3E04-1000134B54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186" y="1714500"/>
            <a:ext cx="292100" cy="33020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AFE7AB5-5744-9B3F-6050-8D39DA91B3C9}"/>
              </a:ext>
            </a:extLst>
          </p:cNvPr>
          <p:cNvSpPr txBox="1">
            <a:spLocks/>
          </p:cNvSpPr>
          <p:nvPr/>
        </p:nvSpPr>
        <p:spPr>
          <a:xfrm>
            <a:off x="2819400" y="3729037"/>
            <a:ext cx="14363700" cy="530066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None/>
            </a:pPr>
            <a:r>
              <a:rPr lang="ko-KR" altLang="en-US" dirty="0"/>
              <a:t>최근버전 </a:t>
            </a:r>
            <a:r>
              <a:rPr lang="en-US" altLang="ko-KR" dirty="0"/>
              <a:t>(GPT 4o)</a:t>
            </a:r>
            <a:r>
              <a:rPr lang="ko-KR" altLang="en-US" dirty="0"/>
              <a:t>의 </a:t>
            </a:r>
            <a:r>
              <a:rPr lang="en-US" altLang="ko-KR" dirty="0"/>
              <a:t>GPT</a:t>
            </a:r>
            <a:r>
              <a:rPr lang="ko-KR" altLang="en-US" dirty="0"/>
              <a:t>는 웹 </a:t>
            </a:r>
            <a:r>
              <a:rPr lang="ko-KR" altLang="en-US" dirty="0" err="1"/>
              <a:t>서칭</a:t>
            </a:r>
            <a:r>
              <a:rPr lang="ko-KR" altLang="en-US" dirty="0"/>
              <a:t> 기능을 가지고 있음</a:t>
            </a:r>
            <a:r>
              <a:rPr lang="en-US" altLang="ko-KR" dirty="0"/>
              <a:t>. </a:t>
            </a:r>
          </a:p>
          <a:p>
            <a:pPr marL="0" indent="0" algn="ctr">
              <a:buNone/>
            </a:pPr>
            <a:r>
              <a:rPr lang="ko-KR" altLang="en-US" dirty="0"/>
              <a:t>하지만 유독 주식 관련 데이터의 정확성이 낮은 점을 파악함</a:t>
            </a: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r>
              <a:rPr lang="ko-KR" altLang="en-US" dirty="0"/>
              <a:t>자동화 </a:t>
            </a:r>
            <a:r>
              <a:rPr lang="ko-KR" altLang="en-US" dirty="0" err="1"/>
              <a:t>크롤링</a:t>
            </a:r>
            <a:r>
              <a:rPr lang="ko-KR" altLang="en-US" dirty="0"/>
              <a:t> 시스템을 이용하여 주식관련 데이터를 </a:t>
            </a:r>
            <a:r>
              <a:rPr lang="ko-KR" altLang="en-US" dirty="0" err="1"/>
              <a:t>최신화함</a:t>
            </a: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r>
              <a:rPr lang="ko-KR" altLang="en-US" dirty="0"/>
              <a:t>한국 거래소 </a:t>
            </a:r>
            <a:r>
              <a:rPr lang="en-US" altLang="ko-KR" dirty="0"/>
              <a:t>API</a:t>
            </a:r>
            <a:r>
              <a:rPr lang="ko-KR" altLang="en-US" dirty="0"/>
              <a:t>를 활용하여 데이터 신뢰도를 높임</a:t>
            </a:r>
            <a:endParaRPr lang="en-US" altLang="ko-KR" dirty="0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278235D7-B5BC-3345-7B8D-0B2225FD60C5}"/>
              </a:ext>
            </a:extLst>
          </p:cNvPr>
          <p:cNvSpPr txBox="1"/>
          <p:nvPr/>
        </p:nvSpPr>
        <p:spPr>
          <a:xfrm>
            <a:off x="997285" y="3375025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 dirty="0">
                <a:solidFill>
                  <a:srgbClr val="FCFCFC"/>
                </a:solidFill>
                <a:latin typeface="Pretendard Medium"/>
              </a:rPr>
              <a:t>2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6DF9BDF7-23FF-83DA-943E-BB5B5A063AC4}"/>
              </a:ext>
            </a:extLst>
          </p:cNvPr>
          <p:cNvSpPr/>
          <p:nvPr/>
        </p:nvSpPr>
        <p:spPr>
          <a:xfrm>
            <a:off x="9201150" y="5775325"/>
            <a:ext cx="1600200" cy="1717675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330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710B5-E19C-C996-1B7B-D85E1174A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D4E0134-FC07-DCF7-A3B9-AB130B80E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7091B57-6898-93B6-7302-90570ACCD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9151106-7228-BEC2-DECF-377687C00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5CA630F3-6EE9-D05B-2BA0-AB2EF0FFE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16B41BB0-A407-74AE-4FD5-739CF10F3709}"/>
              </a:ext>
            </a:extLst>
          </p:cNvPr>
          <p:cNvSpPr txBox="1"/>
          <p:nvPr/>
        </p:nvSpPr>
        <p:spPr>
          <a:xfrm>
            <a:off x="858086" y="32258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>
                <a:solidFill>
                  <a:srgbClr val="FCFCFC"/>
                </a:solidFill>
                <a:latin typeface="Pretendard Medium"/>
              </a:rPr>
              <a:t>Lv.2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61F3E10-7DD0-B4A3-BEA7-E3B08C9F94CD}"/>
              </a:ext>
            </a:extLst>
          </p:cNvPr>
          <p:cNvSpPr txBox="1"/>
          <p:nvPr/>
        </p:nvSpPr>
        <p:spPr>
          <a:xfrm>
            <a:off x="870786" y="4178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BE02A98-EBDA-530A-3BDA-20C52576F1D0}"/>
              </a:ext>
            </a:extLst>
          </p:cNvPr>
          <p:cNvSpPr txBox="1"/>
          <p:nvPr/>
        </p:nvSpPr>
        <p:spPr>
          <a:xfrm>
            <a:off x="870786" y="5067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Lv.4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A6F6729-BBF7-F97B-F25F-0BA1717CE873}"/>
              </a:ext>
            </a:extLst>
          </p:cNvPr>
          <p:cNvSpPr txBox="1"/>
          <p:nvPr/>
        </p:nvSpPr>
        <p:spPr>
          <a:xfrm>
            <a:off x="870786" y="5956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538FBB1-E20C-E7E5-0D4F-68925A2F0408}"/>
              </a:ext>
            </a:extLst>
          </p:cNvPr>
          <p:cNvSpPr txBox="1"/>
          <p:nvPr/>
        </p:nvSpPr>
        <p:spPr>
          <a:xfrm>
            <a:off x="870786" y="6832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74735DF-6F33-31A1-ECE6-2662545FC979}"/>
              </a:ext>
            </a:extLst>
          </p:cNvPr>
          <p:cNvSpPr txBox="1"/>
          <p:nvPr/>
        </p:nvSpPr>
        <p:spPr>
          <a:xfrm>
            <a:off x="870786" y="7721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AADA639-64A9-BDC3-9DB0-E220BC9D09A5}"/>
              </a:ext>
            </a:extLst>
          </p:cNvPr>
          <p:cNvSpPr txBox="1"/>
          <p:nvPr/>
        </p:nvSpPr>
        <p:spPr>
          <a:xfrm>
            <a:off x="870786" y="8610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Lv.8</a:t>
            </a: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1486AE49-3BB6-0419-4222-89262BC38D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86" y="1562100"/>
            <a:ext cx="292100" cy="3302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11267A6D-4856-DE23-110C-B0CB8BA6B7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240C2430-A147-C297-7E2E-6241E6F78C16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벤치마크</a:t>
            </a:r>
            <a:endParaRPr lang="ko-KR" alt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4F8319B-C787-CCB9-CCF5-48B1686E15BC}"/>
              </a:ext>
            </a:extLst>
          </p:cNvPr>
          <p:cNvSpPr txBox="1"/>
          <p:nvPr/>
        </p:nvSpPr>
        <p:spPr>
          <a:xfrm>
            <a:off x="96012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ea typeface="Pretendard Regular"/>
              </a:rPr>
              <a:t>|  Chat GPT</a:t>
            </a:r>
            <a:endParaRPr lang="ko-KR" altLang="ko-KR" sz="2500" b="0" i="0" u="none" strike="noStrike" spc="-100" dirty="0">
              <a:solidFill>
                <a:srgbClr val="747EA7"/>
              </a:solidFill>
              <a:ea typeface="Pretendard Regular"/>
            </a:endParaRP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36F55606-28CB-1D5B-991B-CE6276D12832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9CA1D1FF-E3DC-A6B2-DC4A-CFA90391E379}"/>
              </a:ext>
            </a:extLst>
          </p:cNvPr>
          <p:cNvSpPr txBox="1"/>
          <p:nvPr/>
        </p:nvSpPr>
        <p:spPr>
          <a:xfrm>
            <a:off x="15125700" y="1524000"/>
            <a:ext cx="711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800" b="0" i="0" u="none" strike="noStrike" spc="-100" dirty="0">
                <a:solidFill>
                  <a:srgbClr val="FCFCFC">
                    <a:alpha val="98824"/>
                  </a:srgbClr>
                </a:solidFill>
                <a:ea typeface="Pretendard Medium"/>
              </a:rPr>
              <a:t>난이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30C0862-CC9F-FF6E-B1DF-E337FF6D2ECC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14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492BCBA-09D7-A223-E2C3-7CBF044A2165}"/>
              </a:ext>
            </a:extLst>
          </p:cNvPr>
          <p:cNvSpPr txBox="1"/>
          <p:nvPr/>
        </p:nvSpPr>
        <p:spPr>
          <a:xfrm>
            <a:off x="870786" y="241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Lv.1</a:t>
            </a:r>
          </a:p>
        </p:txBody>
      </p:sp>
      <p:pic>
        <p:nvPicPr>
          <p:cNvPr id="36" name="Picture 36">
            <a:extLst>
              <a:ext uri="{FF2B5EF4-FFF2-40B4-BE49-F238E27FC236}">
                <a16:creationId xmlns:a16="http://schemas.microsoft.com/office/drawing/2014/main" id="{D9339E6D-6C30-BA3E-4427-855181FE78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0900" y="3898900"/>
            <a:ext cx="977900" cy="977900"/>
          </a:xfrm>
          <a:prstGeom prst="rect">
            <a:avLst/>
          </a:prstGeom>
        </p:spPr>
      </p:pic>
      <p:pic>
        <p:nvPicPr>
          <p:cNvPr id="39" name="Picture 39">
            <a:extLst>
              <a:ext uri="{FF2B5EF4-FFF2-40B4-BE49-F238E27FC236}">
                <a16:creationId xmlns:a16="http://schemas.microsoft.com/office/drawing/2014/main" id="{F5D64369-85E6-02CE-96B7-E40AAE6848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6959600"/>
            <a:ext cx="1143000" cy="1143000"/>
          </a:xfrm>
          <a:prstGeom prst="rect">
            <a:avLst/>
          </a:prstGeom>
        </p:spPr>
      </p:pic>
      <p:pic>
        <p:nvPicPr>
          <p:cNvPr id="40" name="Picture 40">
            <a:extLst>
              <a:ext uri="{FF2B5EF4-FFF2-40B4-BE49-F238E27FC236}">
                <a16:creationId xmlns:a16="http://schemas.microsoft.com/office/drawing/2014/main" id="{CC225BE3-DEE8-E202-93FF-78A0C19201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0" y="7010400"/>
            <a:ext cx="965200" cy="965200"/>
          </a:xfrm>
          <a:prstGeom prst="rect">
            <a:avLst/>
          </a:prstGeom>
        </p:spPr>
      </p:pic>
      <p:pic>
        <p:nvPicPr>
          <p:cNvPr id="55" name="Picture 6">
            <a:extLst>
              <a:ext uri="{FF2B5EF4-FFF2-40B4-BE49-F238E27FC236}">
                <a16:creationId xmlns:a16="http://schemas.microsoft.com/office/drawing/2014/main" id="{5B858A7E-032F-4D5C-5AF2-40547B1250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786" y="1447800"/>
            <a:ext cx="1092200" cy="8115300"/>
          </a:xfrm>
          <a:prstGeom prst="rect">
            <a:avLst/>
          </a:prstGeom>
        </p:spPr>
      </p:pic>
      <p:pic>
        <p:nvPicPr>
          <p:cNvPr id="56" name="Picture 7">
            <a:extLst>
              <a:ext uri="{FF2B5EF4-FFF2-40B4-BE49-F238E27FC236}">
                <a16:creationId xmlns:a16="http://schemas.microsoft.com/office/drawing/2014/main" id="{6B9DFEB7-55C8-D91A-ACB9-1F3FBA961C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886" y="3173666"/>
            <a:ext cx="1333500" cy="863600"/>
          </a:xfrm>
          <a:prstGeom prst="rect">
            <a:avLst/>
          </a:prstGeom>
          <a:effectLst>
            <a:outerShdw blurRad="57282" dist="86852" dir="2700000">
              <a:srgbClr val="C1C7E1">
                <a:alpha val="37000"/>
              </a:srgbClr>
            </a:outerShdw>
          </a:effectLst>
        </p:spPr>
      </p:pic>
      <p:sp>
        <p:nvSpPr>
          <p:cNvPr id="57" name="TextBox 8">
            <a:extLst>
              <a:ext uri="{FF2B5EF4-FFF2-40B4-BE49-F238E27FC236}">
                <a16:creationId xmlns:a16="http://schemas.microsoft.com/office/drawing/2014/main" id="{2A27BC0B-72E8-1462-AAF7-F51CC78E8E67}"/>
              </a:ext>
            </a:extLst>
          </p:cNvPr>
          <p:cNvSpPr txBox="1"/>
          <p:nvPr/>
        </p:nvSpPr>
        <p:spPr>
          <a:xfrm>
            <a:off x="1010486" y="24257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1</a:t>
            </a:r>
          </a:p>
        </p:txBody>
      </p:sp>
      <p:sp>
        <p:nvSpPr>
          <p:cNvPr id="59" name="TextBox 10">
            <a:extLst>
              <a:ext uri="{FF2B5EF4-FFF2-40B4-BE49-F238E27FC236}">
                <a16:creationId xmlns:a16="http://schemas.microsoft.com/office/drawing/2014/main" id="{6F1F2E40-CF93-2E08-DD1B-8A644E032904}"/>
              </a:ext>
            </a:extLst>
          </p:cNvPr>
          <p:cNvSpPr txBox="1"/>
          <p:nvPr/>
        </p:nvSpPr>
        <p:spPr>
          <a:xfrm>
            <a:off x="1023186" y="4330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3</a:t>
            </a:r>
          </a:p>
        </p:txBody>
      </p:sp>
      <p:sp>
        <p:nvSpPr>
          <p:cNvPr id="60" name="TextBox 11">
            <a:extLst>
              <a:ext uri="{FF2B5EF4-FFF2-40B4-BE49-F238E27FC236}">
                <a16:creationId xmlns:a16="http://schemas.microsoft.com/office/drawing/2014/main" id="{F9E14897-D89A-DBAE-2C50-28A3D0D7A6DD}"/>
              </a:ext>
            </a:extLst>
          </p:cNvPr>
          <p:cNvSpPr txBox="1"/>
          <p:nvPr/>
        </p:nvSpPr>
        <p:spPr>
          <a:xfrm>
            <a:off x="1023186" y="5219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4</a:t>
            </a:r>
          </a:p>
        </p:txBody>
      </p:sp>
      <p:sp>
        <p:nvSpPr>
          <p:cNvPr id="61" name="TextBox 12">
            <a:extLst>
              <a:ext uri="{FF2B5EF4-FFF2-40B4-BE49-F238E27FC236}">
                <a16:creationId xmlns:a16="http://schemas.microsoft.com/office/drawing/2014/main" id="{49F88464-414E-87DA-1061-8E0784B76B21}"/>
              </a:ext>
            </a:extLst>
          </p:cNvPr>
          <p:cNvSpPr txBox="1"/>
          <p:nvPr/>
        </p:nvSpPr>
        <p:spPr>
          <a:xfrm>
            <a:off x="1023186" y="6108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5</a:t>
            </a:r>
          </a:p>
        </p:txBody>
      </p:sp>
      <p:sp>
        <p:nvSpPr>
          <p:cNvPr id="62" name="TextBox 13">
            <a:extLst>
              <a:ext uri="{FF2B5EF4-FFF2-40B4-BE49-F238E27FC236}">
                <a16:creationId xmlns:a16="http://schemas.microsoft.com/office/drawing/2014/main" id="{80BC438C-24BE-9016-E449-27857A3F743B}"/>
              </a:ext>
            </a:extLst>
          </p:cNvPr>
          <p:cNvSpPr txBox="1"/>
          <p:nvPr/>
        </p:nvSpPr>
        <p:spPr>
          <a:xfrm>
            <a:off x="1023186" y="6985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6</a:t>
            </a:r>
          </a:p>
        </p:txBody>
      </p:sp>
      <p:sp>
        <p:nvSpPr>
          <p:cNvPr id="63" name="TextBox 14">
            <a:extLst>
              <a:ext uri="{FF2B5EF4-FFF2-40B4-BE49-F238E27FC236}">
                <a16:creationId xmlns:a16="http://schemas.microsoft.com/office/drawing/2014/main" id="{8EF22F7D-076C-807B-C7E1-E34019D9D334}"/>
              </a:ext>
            </a:extLst>
          </p:cNvPr>
          <p:cNvSpPr txBox="1"/>
          <p:nvPr/>
        </p:nvSpPr>
        <p:spPr>
          <a:xfrm>
            <a:off x="1023186" y="7874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7</a:t>
            </a:r>
          </a:p>
        </p:txBody>
      </p:sp>
      <p:sp>
        <p:nvSpPr>
          <p:cNvPr id="64" name="TextBox 15">
            <a:extLst>
              <a:ext uri="{FF2B5EF4-FFF2-40B4-BE49-F238E27FC236}">
                <a16:creationId xmlns:a16="http://schemas.microsoft.com/office/drawing/2014/main" id="{8357D0BA-A53D-94B7-39D3-49324A2CFB11}"/>
              </a:ext>
            </a:extLst>
          </p:cNvPr>
          <p:cNvSpPr txBox="1"/>
          <p:nvPr/>
        </p:nvSpPr>
        <p:spPr>
          <a:xfrm>
            <a:off x="1023186" y="876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8</a:t>
            </a:r>
          </a:p>
        </p:txBody>
      </p:sp>
      <p:pic>
        <p:nvPicPr>
          <p:cNvPr id="65" name="Picture 16">
            <a:extLst>
              <a:ext uri="{FF2B5EF4-FFF2-40B4-BE49-F238E27FC236}">
                <a16:creationId xmlns:a16="http://schemas.microsoft.com/office/drawing/2014/main" id="{BD64AA62-C432-6BC4-F375-B6CEBA434E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186" y="1714500"/>
            <a:ext cx="292100" cy="33020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902A52D-6833-1F60-01C2-2BE8D00C9442}"/>
              </a:ext>
            </a:extLst>
          </p:cNvPr>
          <p:cNvSpPr txBox="1">
            <a:spLocks/>
          </p:cNvSpPr>
          <p:nvPr/>
        </p:nvSpPr>
        <p:spPr>
          <a:xfrm>
            <a:off x="2819400" y="3729037"/>
            <a:ext cx="14363700" cy="530066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None/>
            </a:pPr>
            <a:r>
              <a:rPr lang="ko-KR" altLang="en-US" sz="3200" dirty="0"/>
              <a:t>동시에 최대 </a:t>
            </a:r>
            <a:r>
              <a:rPr lang="en-US" altLang="ko-KR" sz="3200" dirty="0"/>
              <a:t>10</a:t>
            </a:r>
            <a:r>
              <a:rPr lang="ko-KR" altLang="en-US" sz="3200" dirty="0"/>
              <a:t>개의 웹 검색 데이터만 조회 가능</a:t>
            </a: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r>
              <a:rPr lang="en-US" altLang="ko-KR" sz="3200" dirty="0"/>
              <a:t>DB</a:t>
            </a:r>
            <a:r>
              <a:rPr lang="ko-KR" altLang="en-US" sz="3200" dirty="0"/>
              <a:t>에서 직접 데이터를 가져오는 방식으로 여러 데이터 조회 가능</a:t>
            </a:r>
            <a:endParaRPr lang="en-US" altLang="ko-KR" dirty="0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8B042ADB-D721-E5B8-6356-B1DE7860BD6C}"/>
              </a:ext>
            </a:extLst>
          </p:cNvPr>
          <p:cNvSpPr txBox="1"/>
          <p:nvPr/>
        </p:nvSpPr>
        <p:spPr>
          <a:xfrm>
            <a:off x="997285" y="3375025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 dirty="0">
                <a:solidFill>
                  <a:srgbClr val="FCFCFC"/>
                </a:solidFill>
                <a:latin typeface="Pretendard Medium"/>
              </a:rPr>
              <a:t>2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BB593EB2-CD57-02AD-4ACF-0CC68B67601E}"/>
              </a:ext>
            </a:extLst>
          </p:cNvPr>
          <p:cNvSpPr/>
          <p:nvPr/>
        </p:nvSpPr>
        <p:spPr>
          <a:xfrm>
            <a:off x="9201150" y="5238583"/>
            <a:ext cx="1600200" cy="1717675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4093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AAA3F-E8B8-2222-84B2-9D3085E48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F0AEF65-F935-D3FE-E3F3-E5F7E06DE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FA39FE9-57DC-8B0E-29FC-84EE1005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CDEAE2D-8557-BDA4-D9DC-847E8CA21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0AF2F2C-2C32-9382-6C61-76D9BD39E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E9BB413D-4D95-3D7A-FCB7-D389A305CA9C}"/>
              </a:ext>
            </a:extLst>
          </p:cNvPr>
          <p:cNvSpPr txBox="1"/>
          <p:nvPr/>
        </p:nvSpPr>
        <p:spPr>
          <a:xfrm>
            <a:off x="858086" y="32258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>
                <a:solidFill>
                  <a:srgbClr val="FCFCFC"/>
                </a:solidFill>
                <a:latin typeface="Pretendard Medium"/>
              </a:rPr>
              <a:t>Lv.2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2F62C42-41EB-65E1-C11E-6A26FAC4E712}"/>
              </a:ext>
            </a:extLst>
          </p:cNvPr>
          <p:cNvSpPr txBox="1"/>
          <p:nvPr/>
        </p:nvSpPr>
        <p:spPr>
          <a:xfrm>
            <a:off x="870786" y="4178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D4AF8AA-4B90-A327-FA00-61DECC9ADF32}"/>
              </a:ext>
            </a:extLst>
          </p:cNvPr>
          <p:cNvSpPr txBox="1"/>
          <p:nvPr/>
        </p:nvSpPr>
        <p:spPr>
          <a:xfrm>
            <a:off x="870786" y="5067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Lv.4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982CC12-0A69-0FE7-55DC-9916A1BBC661}"/>
              </a:ext>
            </a:extLst>
          </p:cNvPr>
          <p:cNvSpPr txBox="1"/>
          <p:nvPr/>
        </p:nvSpPr>
        <p:spPr>
          <a:xfrm>
            <a:off x="870786" y="5956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4C99FC8-FB74-9905-C4A9-DA9BC757A69A}"/>
              </a:ext>
            </a:extLst>
          </p:cNvPr>
          <p:cNvSpPr txBox="1"/>
          <p:nvPr/>
        </p:nvSpPr>
        <p:spPr>
          <a:xfrm>
            <a:off x="870786" y="6832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45D3266-9015-B650-3A72-84C698AE7B6E}"/>
              </a:ext>
            </a:extLst>
          </p:cNvPr>
          <p:cNvSpPr txBox="1"/>
          <p:nvPr/>
        </p:nvSpPr>
        <p:spPr>
          <a:xfrm>
            <a:off x="870786" y="7721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38A46C9-42B4-A8EB-B3D0-AF24F341EEF6}"/>
              </a:ext>
            </a:extLst>
          </p:cNvPr>
          <p:cNvSpPr txBox="1"/>
          <p:nvPr/>
        </p:nvSpPr>
        <p:spPr>
          <a:xfrm>
            <a:off x="870786" y="86106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Lv.8</a:t>
            </a: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A50418C3-F305-9928-B40E-30B608E3E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86" y="1562100"/>
            <a:ext cx="292100" cy="3302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C318B2D1-F892-D315-FDB6-85272397A3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EB7C8310-20B5-1884-9EB6-3F604EC6FD89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벤치마크</a:t>
            </a:r>
            <a:endParaRPr lang="ko-KR" alt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E8C2AFB-C4FF-A371-3102-574E6C18AA3B}"/>
              </a:ext>
            </a:extLst>
          </p:cNvPr>
          <p:cNvSpPr txBox="1"/>
          <p:nvPr/>
        </p:nvSpPr>
        <p:spPr>
          <a:xfrm>
            <a:off x="96012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ea typeface="Pretendard Regular"/>
              </a:rPr>
              <a:t>|  Chat GPT</a:t>
            </a:r>
            <a:endParaRPr lang="ko-KR" altLang="ko-KR" sz="2500" b="0" i="0" u="none" strike="noStrike" spc="-100" dirty="0">
              <a:solidFill>
                <a:srgbClr val="747EA7"/>
              </a:solidFill>
              <a:ea typeface="Pretendard Regular"/>
            </a:endParaRP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86E03342-56E0-70FD-7A8F-F160F32F1AF8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E7D52781-3F33-803B-10C8-AF570876846D}"/>
              </a:ext>
            </a:extLst>
          </p:cNvPr>
          <p:cNvSpPr txBox="1"/>
          <p:nvPr/>
        </p:nvSpPr>
        <p:spPr>
          <a:xfrm>
            <a:off x="15125700" y="1524000"/>
            <a:ext cx="711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800" b="0" i="0" u="none" strike="noStrike" spc="-100" dirty="0">
                <a:solidFill>
                  <a:srgbClr val="FCFCFC">
                    <a:alpha val="98824"/>
                  </a:srgbClr>
                </a:solidFill>
                <a:ea typeface="Pretendard Medium"/>
              </a:rPr>
              <a:t>난이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9CF4372-FAA4-5628-C101-E637B7772D74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15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60DA415-D2FC-AD2C-863B-B2A062B4A24C}"/>
              </a:ext>
            </a:extLst>
          </p:cNvPr>
          <p:cNvSpPr txBox="1"/>
          <p:nvPr/>
        </p:nvSpPr>
        <p:spPr>
          <a:xfrm>
            <a:off x="870786" y="241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Lv.1</a:t>
            </a:r>
          </a:p>
        </p:txBody>
      </p:sp>
      <p:pic>
        <p:nvPicPr>
          <p:cNvPr id="36" name="Picture 36">
            <a:extLst>
              <a:ext uri="{FF2B5EF4-FFF2-40B4-BE49-F238E27FC236}">
                <a16:creationId xmlns:a16="http://schemas.microsoft.com/office/drawing/2014/main" id="{0DE2994C-6A7B-1483-EB19-76B86C7675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0900" y="3898900"/>
            <a:ext cx="977900" cy="977900"/>
          </a:xfrm>
          <a:prstGeom prst="rect">
            <a:avLst/>
          </a:prstGeom>
        </p:spPr>
      </p:pic>
      <p:pic>
        <p:nvPicPr>
          <p:cNvPr id="39" name="Picture 39">
            <a:extLst>
              <a:ext uri="{FF2B5EF4-FFF2-40B4-BE49-F238E27FC236}">
                <a16:creationId xmlns:a16="http://schemas.microsoft.com/office/drawing/2014/main" id="{E55C1585-4A71-5A63-5275-0E5D613F3B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6959600"/>
            <a:ext cx="1143000" cy="1143000"/>
          </a:xfrm>
          <a:prstGeom prst="rect">
            <a:avLst/>
          </a:prstGeom>
        </p:spPr>
      </p:pic>
      <p:pic>
        <p:nvPicPr>
          <p:cNvPr id="40" name="Picture 40">
            <a:extLst>
              <a:ext uri="{FF2B5EF4-FFF2-40B4-BE49-F238E27FC236}">
                <a16:creationId xmlns:a16="http://schemas.microsoft.com/office/drawing/2014/main" id="{5F82A8EC-26A4-989C-C60C-2EB4DB218C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0" y="7010400"/>
            <a:ext cx="965200" cy="965200"/>
          </a:xfrm>
          <a:prstGeom prst="rect">
            <a:avLst/>
          </a:prstGeom>
        </p:spPr>
      </p:pic>
      <p:pic>
        <p:nvPicPr>
          <p:cNvPr id="55" name="Picture 6">
            <a:extLst>
              <a:ext uri="{FF2B5EF4-FFF2-40B4-BE49-F238E27FC236}">
                <a16:creationId xmlns:a16="http://schemas.microsoft.com/office/drawing/2014/main" id="{10876168-EE58-6DA0-8FBE-CCCBA73366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786" y="1447800"/>
            <a:ext cx="1092200" cy="8115300"/>
          </a:xfrm>
          <a:prstGeom prst="rect">
            <a:avLst/>
          </a:prstGeom>
        </p:spPr>
      </p:pic>
      <p:pic>
        <p:nvPicPr>
          <p:cNvPr id="56" name="Picture 7">
            <a:extLst>
              <a:ext uri="{FF2B5EF4-FFF2-40B4-BE49-F238E27FC236}">
                <a16:creationId xmlns:a16="http://schemas.microsoft.com/office/drawing/2014/main" id="{71B966F0-8FD9-BD34-3D71-37DF7D6742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886" y="3173666"/>
            <a:ext cx="1333500" cy="863600"/>
          </a:xfrm>
          <a:prstGeom prst="rect">
            <a:avLst/>
          </a:prstGeom>
          <a:effectLst>
            <a:outerShdw blurRad="57282" dist="86852" dir="2700000">
              <a:srgbClr val="C1C7E1">
                <a:alpha val="37000"/>
              </a:srgbClr>
            </a:outerShdw>
          </a:effectLst>
        </p:spPr>
      </p:pic>
      <p:sp>
        <p:nvSpPr>
          <p:cNvPr id="57" name="TextBox 8">
            <a:extLst>
              <a:ext uri="{FF2B5EF4-FFF2-40B4-BE49-F238E27FC236}">
                <a16:creationId xmlns:a16="http://schemas.microsoft.com/office/drawing/2014/main" id="{408152FA-C0AD-0D58-733C-ED9A8B178D5F}"/>
              </a:ext>
            </a:extLst>
          </p:cNvPr>
          <p:cNvSpPr txBox="1"/>
          <p:nvPr/>
        </p:nvSpPr>
        <p:spPr>
          <a:xfrm>
            <a:off x="1010486" y="24257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1</a:t>
            </a:r>
          </a:p>
        </p:txBody>
      </p:sp>
      <p:sp>
        <p:nvSpPr>
          <p:cNvPr id="59" name="TextBox 10">
            <a:extLst>
              <a:ext uri="{FF2B5EF4-FFF2-40B4-BE49-F238E27FC236}">
                <a16:creationId xmlns:a16="http://schemas.microsoft.com/office/drawing/2014/main" id="{93E2E526-3074-0352-A5FD-6E37717552E2}"/>
              </a:ext>
            </a:extLst>
          </p:cNvPr>
          <p:cNvSpPr txBox="1"/>
          <p:nvPr/>
        </p:nvSpPr>
        <p:spPr>
          <a:xfrm>
            <a:off x="1023186" y="4330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3</a:t>
            </a:r>
          </a:p>
        </p:txBody>
      </p:sp>
      <p:sp>
        <p:nvSpPr>
          <p:cNvPr id="60" name="TextBox 11">
            <a:extLst>
              <a:ext uri="{FF2B5EF4-FFF2-40B4-BE49-F238E27FC236}">
                <a16:creationId xmlns:a16="http://schemas.microsoft.com/office/drawing/2014/main" id="{A50C2C20-AC5A-EBC0-EB8E-5D691EFBA4E2}"/>
              </a:ext>
            </a:extLst>
          </p:cNvPr>
          <p:cNvSpPr txBox="1"/>
          <p:nvPr/>
        </p:nvSpPr>
        <p:spPr>
          <a:xfrm>
            <a:off x="1023186" y="5219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4</a:t>
            </a:r>
          </a:p>
        </p:txBody>
      </p:sp>
      <p:sp>
        <p:nvSpPr>
          <p:cNvPr id="61" name="TextBox 12">
            <a:extLst>
              <a:ext uri="{FF2B5EF4-FFF2-40B4-BE49-F238E27FC236}">
                <a16:creationId xmlns:a16="http://schemas.microsoft.com/office/drawing/2014/main" id="{C888323C-38A5-04E5-5E73-A3D26845B51B}"/>
              </a:ext>
            </a:extLst>
          </p:cNvPr>
          <p:cNvSpPr txBox="1"/>
          <p:nvPr/>
        </p:nvSpPr>
        <p:spPr>
          <a:xfrm>
            <a:off x="1023186" y="6108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5</a:t>
            </a:r>
          </a:p>
        </p:txBody>
      </p:sp>
      <p:sp>
        <p:nvSpPr>
          <p:cNvPr id="62" name="TextBox 13">
            <a:extLst>
              <a:ext uri="{FF2B5EF4-FFF2-40B4-BE49-F238E27FC236}">
                <a16:creationId xmlns:a16="http://schemas.microsoft.com/office/drawing/2014/main" id="{8E8B46C9-AE98-D8EB-FE97-AF5C5D35BC46}"/>
              </a:ext>
            </a:extLst>
          </p:cNvPr>
          <p:cNvSpPr txBox="1"/>
          <p:nvPr/>
        </p:nvSpPr>
        <p:spPr>
          <a:xfrm>
            <a:off x="1023186" y="6985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6</a:t>
            </a:r>
          </a:p>
        </p:txBody>
      </p:sp>
      <p:sp>
        <p:nvSpPr>
          <p:cNvPr id="63" name="TextBox 14">
            <a:extLst>
              <a:ext uri="{FF2B5EF4-FFF2-40B4-BE49-F238E27FC236}">
                <a16:creationId xmlns:a16="http://schemas.microsoft.com/office/drawing/2014/main" id="{9F21F14B-2493-8711-8D6C-594C520E6449}"/>
              </a:ext>
            </a:extLst>
          </p:cNvPr>
          <p:cNvSpPr txBox="1"/>
          <p:nvPr/>
        </p:nvSpPr>
        <p:spPr>
          <a:xfrm>
            <a:off x="1023186" y="7874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7</a:t>
            </a:r>
          </a:p>
        </p:txBody>
      </p:sp>
      <p:sp>
        <p:nvSpPr>
          <p:cNvPr id="64" name="TextBox 15">
            <a:extLst>
              <a:ext uri="{FF2B5EF4-FFF2-40B4-BE49-F238E27FC236}">
                <a16:creationId xmlns:a16="http://schemas.microsoft.com/office/drawing/2014/main" id="{B83DF9A5-BC16-E492-668F-01C539882C37}"/>
              </a:ext>
            </a:extLst>
          </p:cNvPr>
          <p:cNvSpPr txBox="1"/>
          <p:nvPr/>
        </p:nvSpPr>
        <p:spPr>
          <a:xfrm>
            <a:off x="1023186" y="8763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8</a:t>
            </a:r>
          </a:p>
        </p:txBody>
      </p:sp>
      <p:pic>
        <p:nvPicPr>
          <p:cNvPr id="65" name="Picture 16">
            <a:extLst>
              <a:ext uri="{FF2B5EF4-FFF2-40B4-BE49-F238E27FC236}">
                <a16:creationId xmlns:a16="http://schemas.microsoft.com/office/drawing/2014/main" id="{CA2235A8-6F65-FAC2-BCC1-A8D4A63E80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186" y="1714500"/>
            <a:ext cx="292100" cy="33020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C85F5FD-E879-C001-939F-C4C377912DDA}"/>
              </a:ext>
            </a:extLst>
          </p:cNvPr>
          <p:cNvSpPr txBox="1">
            <a:spLocks/>
          </p:cNvSpPr>
          <p:nvPr/>
        </p:nvSpPr>
        <p:spPr>
          <a:xfrm>
            <a:off x="2819400" y="3729037"/>
            <a:ext cx="14363700" cy="530066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None/>
            </a:pPr>
            <a:r>
              <a:rPr lang="ko-KR" altLang="en-US" sz="3200" dirty="0"/>
              <a:t>환각</a:t>
            </a:r>
            <a:r>
              <a:rPr lang="en-US" altLang="ko-KR" sz="3200" dirty="0"/>
              <a:t> </a:t>
            </a:r>
            <a:r>
              <a:rPr lang="ko-KR" altLang="en-US" sz="3200" dirty="0"/>
              <a:t>현상 문제 발생</a:t>
            </a: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endParaRPr lang="en-US" altLang="ko-KR" dirty="0"/>
          </a:p>
          <a:p>
            <a:pPr marL="0" indent="0" algn="ctr">
              <a:buFont typeface="Arial" pitchFamily="34" charset="0"/>
              <a:buNone/>
            </a:pPr>
            <a:r>
              <a:rPr lang="en-US" altLang="ko-KR" dirty="0"/>
              <a:t>RAG </a:t>
            </a:r>
            <a:r>
              <a:rPr lang="ko-KR" altLang="en-US" dirty="0"/>
              <a:t>기능을 추가하여 정확한 데이터 제공 및 환각 현상 방지</a:t>
            </a:r>
            <a:endParaRPr lang="en-US" altLang="ko-KR" dirty="0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8203002C-47C5-3984-42EB-F74F1797ED62}"/>
              </a:ext>
            </a:extLst>
          </p:cNvPr>
          <p:cNvSpPr txBox="1"/>
          <p:nvPr/>
        </p:nvSpPr>
        <p:spPr>
          <a:xfrm>
            <a:off x="997285" y="3375025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 dirty="0">
                <a:solidFill>
                  <a:srgbClr val="FCFCFC"/>
                </a:solidFill>
                <a:latin typeface="Pretendard Medium"/>
              </a:rPr>
              <a:t>2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45DC687D-3168-1F8A-10B2-4990CD28D16E}"/>
              </a:ext>
            </a:extLst>
          </p:cNvPr>
          <p:cNvSpPr/>
          <p:nvPr/>
        </p:nvSpPr>
        <p:spPr>
          <a:xfrm>
            <a:off x="9201150" y="5238583"/>
            <a:ext cx="1600200" cy="1717675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9650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1435100"/>
            <a:ext cx="1092200" cy="811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" y="4064000"/>
            <a:ext cx="1333500" cy="863600"/>
          </a:xfrm>
          <a:prstGeom prst="rect">
            <a:avLst/>
          </a:prstGeom>
          <a:effectLst>
            <a:outerShdw blurRad="57282" dist="86852" dir="2700000">
              <a:srgbClr val="C1C7E1">
                <a:alpha val="37000"/>
              </a:srgbClr>
            </a:outerShdw>
          </a:effectLst>
        </p:spPr>
      </p:pic>
      <p:sp>
        <p:nvSpPr>
          <p:cNvPr id="8" name="TextBox 8"/>
          <p:cNvSpPr txBox="1"/>
          <p:nvPr/>
        </p:nvSpPr>
        <p:spPr>
          <a:xfrm>
            <a:off x="1003300" y="42545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 dirty="0">
                <a:solidFill>
                  <a:srgbClr val="FCFCFC"/>
                </a:solidFill>
                <a:latin typeface="Pretendard Medium"/>
              </a:rPr>
              <a:t>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6000" y="5207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6000" y="6096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6000" y="6972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6000" y="7861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6000" y="8750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8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00" y="1701800"/>
            <a:ext cx="292100" cy="330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소개 </a:t>
            </a:r>
            <a:endParaRPr lang="en-US" sz="6600" b="0" i="0" u="none" strike="noStrike" spc="-300" dirty="0">
              <a:solidFill>
                <a:srgbClr val="747EA7"/>
              </a:solidFill>
              <a:latin typeface="Pretendard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267700" y="2042695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프로젝트 핵심 기능</a:t>
            </a:r>
            <a:endParaRPr lang="en-US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2" name="TextBox 22"/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16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6000" y="2552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1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16000" y="3441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2</a:t>
            </a:r>
          </a:p>
        </p:txBody>
      </p:sp>
      <p:sp>
        <p:nvSpPr>
          <p:cNvPr id="55" name="내용 개체 틀 2">
            <a:extLst>
              <a:ext uri="{FF2B5EF4-FFF2-40B4-BE49-F238E27FC236}">
                <a16:creationId xmlns:a16="http://schemas.microsoft.com/office/drawing/2014/main" id="{B1FC5B36-347C-53D7-FFBB-4B1364F4F08C}"/>
              </a:ext>
            </a:extLst>
          </p:cNvPr>
          <p:cNvSpPr txBox="1">
            <a:spLocks/>
          </p:cNvSpPr>
          <p:nvPr/>
        </p:nvSpPr>
        <p:spPr>
          <a:xfrm>
            <a:off x="3009900" y="3386888"/>
            <a:ext cx="13754100" cy="538881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buFont typeface="+mj-lt"/>
              <a:buAutoNum type="arabicPeriod"/>
            </a:pPr>
            <a:r>
              <a:rPr lang="ko-KR" altLang="en-US" dirty="0">
                <a:latin typeface="inherit"/>
              </a:rPr>
              <a:t>주요 뉴스 요약 기능 </a:t>
            </a:r>
            <a:r>
              <a:rPr lang="en-US" altLang="ko-KR" dirty="0">
                <a:latin typeface="inherit"/>
              </a:rPr>
              <a:t>: </a:t>
            </a:r>
            <a:r>
              <a:rPr lang="ko-KR" altLang="en-US" dirty="0">
                <a:latin typeface="inherit"/>
              </a:rPr>
              <a:t>네이버 증권사의 여러 뉴스를 추려서 주요 뉴스만 정리</a:t>
            </a:r>
          </a:p>
          <a:p>
            <a:pPr fontAlgn="base">
              <a:buFont typeface="+mj-lt"/>
              <a:buAutoNum type="arabicPeriod"/>
            </a:pPr>
            <a:r>
              <a:rPr lang="ko-KR" altLang="en-US" dirty="0">
                <a:latin typeface="inherit"/>
              </a:rPr>
              <a:t>개인 주식 데이터를 활용한 솔루션 제공 </a:t>
            </a:r>
            <a:r>
              <a:rPr lang="en-US" altLang="ko-KR" dirty="0">
                <a:latin typeface="inherit"/>
              </a:rPr>
              <a:t>: RAG</a:t>
            </a:r>
            <a:r>
              <a:rPr lang="ko-KR" altLang="en-US" dirty="0">
                <a:latin typeface="inherit"/>
              </a:rPr>
              <a:t>에 개인 주식 데이터를 주입</a:t>
            </a:r>
          </a:p>
          <a:p>
            <a:pPr fontAlgn="base">
              <a:buFont typeface="+mj-lt"/>
              <a:buAutoNum type="arabicPeriod"/>
            </a:pPr>
            <a:r>
              <a:rPr lang="ko-KR" altLang="en-US" dirty="0">
                <a:latin typeface="inherit"/>
              </a:rPr>
              <a:t>쉽게 설명하는 주식 정보 제공 서비스 </a:t>
            </a:r>
            <a:r>
              <a:rPr lang="en-US" altLang="ko-KR" dirty="0">
                <a:latin typeface="inherit"/>
              </a:rPr>
              <a:t>: </a:t>
            </a:r>
            <a:r>
              <a:rPr lang="ko-KR" altLang="en-US" dirty="0">
                <a:latin typeface="inherit"/>
              </a:rPr>
              <a:t>복잡한 금융 용어와 데이터를 자연어로 쉽게 풀어 설명</a:t>
            </a:r>
          </a:p>
          <a:p>
            <a:pPr fontAlgn="base">
              <a:buFont typeface="+mj-lt"/>
              <a:buAutoNum type="arabicPeriod"/>
            </a:pPr>
            <a:r>
              <a:rPr lang="ko-KR" altLang="en-US" dirty="0">
                <a:latin typeface="inherit"/>
              </a:rPr>
              <a:t>정확한 주식 관련 데이터 제공 </a:t>
            </a:r>
            <a:r>
              <a:rPr lang="en-US" altLang="ko-KR" dirty="0">
                <a:latin typeface="inherit"/>
              </a:rPr>
              <a:t>: RAG</a:t>
            </a:r>
            <a:r>
              <a:rPr lang="ko-KR" altLang="en-US" dirty="0">
                <a:latin typeface="inherit"/>
              </a:rPr>
              <a:t>를 활용하여 정확하고</a:t>
            </a:r>
            <a:r>
              <a:rPr lang="en-US" altLang="ko-KR" dirty="0">
                <a:latin typeface="inherit"/>
              </a:rPr>
              <a:t>, </a:t>
            </a:r>
            <a:r>
              <a:rPr lang="ko-KR" altLang="en-US" dirty="0">
                <a:latin typeface="inherit"/>
              </a:rPr>
              <a:t>최신화 된 데이터 제공</a:t>
            </a:r>
            <a:endParaRPr lang="en-US" altLang="ko-KR" dirty="0">
              <a:latin typeface="inherit"/>
            </a:endParaRP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Font typeface="Arial" pitchFamily="34" charset="0"/>
              <a:buNone/>
            </a:pPr>
            <a:endParaRPr lang="en-US" altLang="ko-KR" dirty="0"/>
          </a:p>
          <a:p>
            <a:pPr marL="457200" lvl="1" indent="0">
              <a:buFont typeface="Arial" pitchFamily="34" charset="0"/>
              <a:buNone/>
            </a:pPr>
            <a:endParaRPr lang="en-US" altLang="ko-K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1435100"/>
            <a:ext cx="1092200" cy="811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" y="4953000"/>
            <a:ext cx="1333500" cy="863600"/>
          </a:xfrm>
          <a:prstGeom prst="rect">
            <a:avLst/>
          </a:prstGeom>
          <a:effectLst>
            <a:outerShdw blurRad="57282" dist="86852" dir="2700000">
              <a:srgbClr val="C1C7E1">
                <a:alpha val="37000"/>
              </a:srgbClr>
            </a:outerShdw>
          </a:effectLst>
        </p:spPr>
      </p:pic>
      <p:sp>
        <p:nvSpPr>
          <p:cNvPr id="8" name="TextBox 8"/>
          <p:cNvSpPr txBox="1"/>
          <p:nvPr/>
        </p:nvSpPr>
        <p:spPr>
          <a:xfrm>
            <a:off x="1003300" y="51562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 dirty="0">
                <a:solidFill>
                  <a:srgbClr val="FCFCFC"/>
                </a:solidFill>
                <a:latin typeface="Pretendard Medium"/>
              </a:rPr>
              <a:t>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6000" y="6096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6000" y="6972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6000" y="7861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6000" y="8750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8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00" y="1701800"/>
            <a:ext cx="292100" cy="330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기획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요구사항 분석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/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17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6000" y="2552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6000" y="3441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6000" y="4318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3</a:t>
            </a: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FF6380A1-A899-A696-CFCE-D1535C44D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30437"/>
              </p:ext>
            </p:extLst>
          </p:nvPr>
        </p:nvGraphicFramePr>
        <p:xfrm>
          <a:off x="2557462" y="2954420"/>
          <a:ext cx="14130338" cy="57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8908">
                  <a:extLst>
                    <a:ext uri="{9D8B030D-6E8A-4147-A177-3AD203B41FA5}">
                      <a16:colId xmlns:a16="http://schemas.microsoft.com/office/drawing/2014/main" val="2035536748"/>
                    </a:ext>
                  </a:extLst>
                </a:gridCol>
                <a:gridCol w="3910746">
                  <a:extLst>
                    <a:ext uri="{9D8B030D-6E8A-4147-A177-3AD203B41FA5}">
                      <a16:colId xmlns:a16="http://schemas.microsoft.com/office/drawing/2014/main" val="1562408329"/>
                    </a:ext>
                  </a:extLst>
                </a:gridCol>
                <a:gridCol w="7870684">
                  <a:extLst>
                    <a:ext uri="{9D8B030D-6E8A-4147-A177-3AD203B41FA5}">
                      <a16:colId xmlns:a16="http://schemas.microsoft.com/office/drawing/2014/main" val="1149428559"/>
                    </a:ext>
                  </a:extLst>
                </a:gridCol>
              </a:tblGrid>
              <a:tr h="5295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업무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기능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세부 업무 내용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647106"/>
                  </a:ext>
                </a:extLst>
              </a:tr>
              <a:tr h="529536"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회원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회원 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회원가입을 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073452"/>
                  </a:ext>
                </a:extLst>
              </a:tr>
              <a:tr h="52953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로그인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로그인을 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574302"/>
                  </a:ext>
                </a:extLst>
              </a:tr>
              <a:tr h="52953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회원 정보 변경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비밀번호</a:t>
                      </a:r>
                      <a:r>
                        <a:rPr lang="en-US" altLang="ko-KR" dirty="0"/>
                        <a:t>, API </a:t>
                      </a:r>
                      <a:r>
                        <a:rPr lang="ko-KR" altLang="en-US" dirty="0"/>
                        <a:t>키를 변경한다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589278"/>
                  </a:ext>
                </a:extLst>
              </a:tr>
              <a:tr h="52953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비밀번호 찾기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비밀번호를 찾는다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240581"/>
                  </a:ext>
                </a:extLst>
              </a:tr>
              <a:tr h="529536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주식 투자 자문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뉴스 기사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선택한 주식의 핵심 뉴스 기사를 출력한다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918758"/>
                  </a:ext>
                </a:extLst>
              </a:tr>
              <a:tr h="52953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주식 지수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선택한 주식의 지수를 분석하고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출력한다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823289"/>
                  </a:ext>
                </a:extLst>
              </a:tr>
              <a:tr h="52228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자연어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주식 관련 자연어 질문과 답변을 </a:t>
                      </a:r>
                      <a:r>
                        <a:rPr lang="en-US" altLang="ko-KR" dirty="0"/>
                        <a:t>LLM</a:t>
                      </a:r>
                      <a:r>
                        <a:rPr lang="ko-KR" altLang="en-US" dirty="0"/>
                        <a:t>을 통해 출력한다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183083"/>
                  </a:ext>
                </a:extLst>
              </a:tr>
              <a:tr h="522282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네이버페이 증권 </a:t>
                      </a:r>
                      <a:r>
                        <a:rPr lang="ko-KR" altLang="en-US" dirty="0" err="1"/>
                        <a:t>크롤링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네이버페이 증권의 자료를 수집한다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306253"/>
                  </a:ext>
                </a:extLst>
              </a:tr>
              <a:tr h="52228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주식 데이터 수집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한국거래소 주식 데이터를 수집한다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514547"/>
                  </a:ext>
                </a:extLst>
              </a:tr>
              <a:tr h="52228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수집 데이터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수집한 데이터를 처리하기 쉬운 형태로 가공하여 저장한다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6667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326CB-B29D-78F2-509B-B7CAB601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5FD8FD9-0551-9209-4AA5-B71E8C187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44450B7-CC8F-2206-D58A-020351712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854B24E-FA9C-2679-C88C-B83E12290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943E335-988D-65A2-07DE-F9308E11A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A8D0F851-7C39-08AF-9EF6-37A9600F8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7D51A2D1-718B-8498-7E1E-74CF8955FC95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4A624F1-1588-C0E2-0D95-435FC1030EB7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시스템 컨텍스트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47A45E6-BFC8-35FE-1E10-2B3ABD78406B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82728AC3-C5EC-6694-B830-064220BB70B4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18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CA1B286-6157-2298-BC1C-9D2D0C6A0839}"/>
              </a:ext>
            </a:extLst>
          </p:cNvPr>
          <p:cNvGrpSpPr/>
          <p:nvPr/>
        </p:nvGrpSpPr>
        <p:grpSpPr>
          <a:xfrm>
            <a:off x="3429000" y="3065379"/>
            <a:ext cx="12928600" cy="5824620"/>
            <a:chOff x="1312753" y="1403687"/>
            <a:chExt cx="10094613" cy="4050626"/>
          </a:xfrm>
        </p:grpSpPr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18E4E221-9574-D044-B585-636508B33A72}"/>
                </a:ext>
              </a:extLst>
            </p:cNvPr>
            <p:cNvCxnSpPr>
              <a:cxnSpLocks/>
            </p:cNvCxnSpPr>
            <p:nvPr/>
          </p:nvCxnSpPr>
          <p:spPr>
            <a:xfrm>
              <a:off x="2783230" y="3457001"/>
              <a:ext cx="160658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BDE5999-B68A-D22C-5DDF-C23D14628AC1}"/>
                </a:ext>
              </a:extLst>
            </p:cNvPr>
            <p:cNvSpPr/>
            <p:nvPr/>
          </p:nvSpPr>
          <p:spPr>
            <a:xfrm>
              <a:off x="1312753" y="2995608"/>
              <a:ext cx="1470477" cy="92278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latin typeface="inherit"/>
                </a:rPr>
                <a:t>USER</a:t>
              </a:r>
              <a:endParaRPr lang="ko-KR" altLang="en-US" sz="20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63DE3BC-2B7B-0708-518D-26A666B160B8}"/>
                </a:ext>
              </a:extLst>
            </p:cNvPr>
            <p:cNvSpPr txBox="1"/>
            <p:nvPr/>
          </p:nvSpPr>
          <p:spPr>
            <a:xfrm>
              <a:off x="3159212" y="3549546"/>
              <a:ext cx="776395" cy="5711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질문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8E98417-4976-AF10-BEB0-FFA8C3829BA7}"/>
                </a:ext>
              </a:extLst>
            </p:cNvPr>
            <p:cNvSpPr/>
            <p:nvPr/>
          </p:nvSpPr>
          <p:spPr>
            <a:xfrm>
              <a:off x="9107891" y="1403687"/>
              <a:ext cx="2299475" cy="117602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/>
                <a:t>네이버페이증권 </a:t>
              </a:r>
              <a:endParaRPr lang="en-US" altLang="ko-KR" sz="2000" dirty="0"/>
            </a:p>
            <a:p>
              <a:pPr algn="ctr"/>
              <a:r>
                <a:rPr lang="ko-KR" altLang="en-US" sz="2000" dirty="0" err="1"/>
                <a:t>크롤링</a:t>
              </a:r>
              <a:r>
                <a:rPr lang="ko-KR" altLang="en-US" sz="2000" dirty="0"/>
                <a:t> 시스템</a:t>
              </a: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38A157C5-B580-D84D-1B07-24830D0A6DB3}"/>
                </a:ext>
              </a:extLst>
            </p:cNvPr>
            <p:cNvCxnSpPr>
              <a:cxnSpLocks/>
              <a:stCxn id="25" idx="1"/>
            </p:cNvCxnSpPr>
            <p:nvPr/>
          </p:nvCxnSpPr>
          <p:spPr>
            <a:xfrm flipH="1">
              <a:off x="7293442" y="1991702"/>
              <a:ext cx="1814449" cy="127299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DACE73-1999-C29C-E19C-BF7B19E9D319}"/>
                </a:ext>
              </a:extLst>
            </p:cNvPr>
            <p:cNvSpPr txBox="1"/>
            <p:nvPr/>
          </p:nvSpPr>
          <p:spPr>
            <a:xfrm>
              <a:off x="7516975" y="2189450"/>
              <a:ext cx="1590916" cy="475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리서치 데이터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69472FDD-644F-7AF6-2EF8-2211DBD053DE}"/>
                </a:ext>
              </a:extLst>
            </p:cNvPr>
            <p:cNvSpPr/>
            <p:nvPr/>
          </p:nvSpPr>
          <p:spPr>
            <a:xfrm>
              <a:off x="9107891" y="2868987"/>
              <a:ext cx="2299475" cy="117602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/>
                <a:t>한국거래소</a:t>
              </a:r>
              <a:endParaRPr lang="en-US" altLang="ko-KR" sz="2000" dirty="0"/>
            </a:p>
            <a:p>
              <a:pPr algn="ctr"/>
              <a:r>
                <a:rPr lang="en-US" altLang="ko-KR" sz="2000" dirty="0"/>
                <a:t>DART API</a:t>
              </a:r>
              <a:endParaRPr lang="ko-KR" altLang="en-US" sz="2000" dirty="0"/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69B00B1B-AD0A-41A5-B8A6-BF8C86F6BDED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flipH="1">
              <a:off x="7503123" y="3457002"/>
              <a:ext cx="160476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3FAAE8D-2A4C-729C-1A50-1E82F9C6889B}"/>
                </a:ext>
              </a:extLst>
            </p:cNvPr>
            <p:cNvSpPr txBox="1"/>
            <p:nvPr/>
          </p:nvSpPr>
          <p:spPr>
            <a:xfrm>
              <a:off x="7943277" y="3173357"/>
              <a:ext cx="1375251" cy="475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증권 데이터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41D573AE-EFEA-CE81-43B0-B2290340A95A}"/>
                </a:ext>
              </a:extLst>
            </p:cNvPr>
            <p:cNvSpPr/>
            <p:nvPr/>
          </p:nvSpPr>
          <p:spPr>
            <a:xfrm>
              <a:off x="9107891" y="4278284"/>
              <a:ext cx="2299475" cy="117602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/>
                <a:t>GPT API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E365DA0-82D3-383D-3AEC-05954CD31608}"/>
                </a:ext>
              </a:extLst>
            </p:cNvPr>
            <p:cNvSpPr txBox="1"/>
            <p:nvPr/>
          </p:nvSpPr>
          <p:spPr>
            <a:xfrm>
              <a:off x="7324534" y="4443179"/>
              <a:ext cx="1375251" cy="809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사용자 질문</a:t>
              </a:r>
              <a:endParaRPr lang="en-US" altLang="ko-KR" sz="1400" dirty="0"/>
            </a:p>
            <a:p>
              <a:r>
                <a:rPr lang="en-US" altLang="ko-KR" sz="1400" dirty="0"/>
                <a:t>&amp; LLM </a:t>
              </a:r>
              <a:r>
                <a:rPr lang="ko-KR" altLang="en-US" sz="1400" dirty="0"/>
                <a:t>답변</a:t>
              </a:r>
              <a:endParaRPr lang="en-US" altLang="ko-KR" sz="1400" dirty="0"/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76B352C8-5947-5CC6-B2D0-669E2ECF7F3E}"/>
                </a:ext>
              </a:extLst>
            </p:cNvPr>
            <p:cNvCxnSpPr>
              <a:cxnSpLocks/>
            </p:cNvCxnSpPr>
            <p:nvPr/>
          </p:nvCxnSpPr>
          <p:spPr>
            <a:xfrm>
              <a:off x="7293442" y="3649306"/>
              <a:ext cx="1773337" cy="1409297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53E58EB6-6BB1-D024-4EFC-32B2351D2DDA}"/>
                </a:ext>
              </a:extLst>
            </p:cNvPr>
            <p:cNvSpPr/>
            <p:nvPr/>
          </p:nvSpPr>
          <p:spPr>
            <a:xfrm>
              <a:off x="4408475" y="2724484"/>
              <a:ext cx="2903629" cy="152500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i="0" dirty="0">
                  <a:effectLst/>
                  <a:latin typeface="inherit"/>
                </a:rPr>
                <a:t>RAG</a:t>
              </a:r>
              <a:r>
                <a:rPr lang="ko-KR" altLang="en-US" sz="2000" b="1" i="0" dirty="0">
                  <a:effectLst/>
                  <a:latin typeface="inherit"/>
                </a:rPr>
                <a:t>를 사용한 </a:t>
              </a:r>
              <a:endParaRPr lang="en-US" altLang="ko-KR" sz="2000" b="1" i="0" dirty="0">
                <a:effectLst/>
                <a:latin typeface="inherit"/>
              </a:endParaRPr>
            </a:p>
            <a:p>
              <a:pPr algn="ctr"/>
              <a:r>
                <a:rPr lang="ko-KR" altLang="en-US" sz="2000" b="1" i="0" dirty="0">
                  <a:effectLst/>
                  <a:latin typeface="inherit"/>
                </a:rPr>
                <a:t>투자 자문</a:t>
              </a:r>
              <a:r>
                <a:rPr lang="en-US" altLang="ko-KR" sz="2000" b="1" i="0" dirty="0">
                  <a:effectLst/>
                  <a:latin typeface="inherit"/>
                </a:rPr>
                <a:t> </a:t>
              </a:r>
              <a:r>
                <a:rPr lang="ko-KR" altLang="en-US" sz="2000" b="1" i="0" dirty="0">
                  <a:effectLst/>
                  <a:latin typeface="inherit"/>
                </a:rPr>
                <a:t>시스템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C737CA6-3F02-965C-3EBD-02F86B4F0D35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37" name="Picture 6">
              <a:extLst>
                <a:ext uri="{FF2B5EF4-FFF2-40B4-BE49-F238E27FC236}">
                  <a16:creationId xmlns:a16="http://schemas.microsoft.com/office/drawing/2014/main" id="{869438B0-6DE7-A497-8717-528B0482B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38" name="Picture 7">
              <a:extLst>
                <a:ext uri="{FF2B5EF4-FFF2-40B4-BE49-F238E27FC236}">
                  <a16:creationId xmlns:a16="http://schemas.microsoft.com/office/drawing/2014/main" id="{A4E4BFC2-FB92-B20F-FA8D-4A4207DF0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39" name="TextBox 8">
              <a:extLst>
                <a:ext uri="{FF2B5EF4-FFF2-40B4-BE49-F238E27FC236}">
                  <a16:creationId xmlns:a16="http://schemas.microsoft.com/office/drawing/2014/main" id="{8482A7D1-C9E4-2A91-51C7-F7E8884BB6D4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40" name="TextBox 9">
              <a:extLst>
                <a:ext uri="{FF2B5EF4-FFF2-40B4-BE49-F238E27FC236}">
                  <a16:creationId xmlns:a16="http://schemas.microsoft.com/office/drawing/2014/main" id="{14AB7F02-926F-7599-9352-1E230C62DB63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41" name="TextBox 10">
              <a:extLst>
                <a:ext uri="{FF2B5EF4-FFF2-40B4-BE49-F238E27FC236}">
                  <a16:creationId xmlns:a16="http://schemas.microsoft.com/office/drawing/2014/main" id="{B24FB24F-8DE1-2700-64E7-4AE7D55AC85B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B3CD873D-B5AB-9917-A5BA-CAADD788D042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26D22D50-57CC-E848-931F-6C67B2E24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44" name="TextBox 21">
              <a:extLst>
                <a:ext uri="{FF2B5EF4-FFF2-40B4-BE49-F238E27FC236}">
                  <a16:creationId xmlns:a16="http://schemas.microsoft.com/office/drawing/2014/main" id="{711D685F-961A-26E4-0763-E03C24BB82B8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45" name="TextBox 22">
              <a:extLst>
                <a:ext uri="{FF2B5EF4-FFF2-40B4-BE49-F238E27FC236}">
                  <a16:creationId xmlns:a16="http://schemas.microsoft.com/office/drawing/2014/main" id="{5D544FC1-AC1C-21FA-8F25-E2BFE1887309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46" name="TextBox 23">
              <a:extLst>
                <a:ext uri="{FF2B5EF4-FFF2-40B4-BE49-F238E27FC236}">
                  <a16:creationId xmlns:a16="http://schemas.microsoft.com/office/drawing/2014/main" id="{F4BBE4F6-CF6D-9D70-01CA-1249ACDDB0AA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47" name="TextBox 48">
              <a:extLst>
                <a:ext uri="{FF2B5EF4-FFF2-40B4-BE49-F238E27FC236}">
                  <a16:creationId xmlns:a16="http://schemas.microsoft.com/office/drawing/2014/main" id="{B73CF2BC-D4EA-21CA-65DF-C8F5CE8141FC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9560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F53FE-8B89-AAD3-7C87-E0DA00F3A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FB29BF0-E3DF-D9BA-C1CD-43BEF2CF2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E27FF09-D084-5CC4-2A2A-CD4A7C17C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DC56083-4EB1-B275-92C1-91DA48EDB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E061004-FAD0-C75C-4390-91B1EA091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2871AB5B-AB95-7A4D-7659-595F312A2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1E125CA6-2BA2-7975-E499-CBB1C30F92C5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0D1A525-5039-4605-46EA-E2A66BCFD9B3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기능 흐름도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C9D6E3A-F733-6FD9-A08F-7D85F5DC0871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AB113BCD-1C1A-F36D-20B5-F1992182DC44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19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D5155E70-294E-8A15-E419-1A9432091C77}"/>
              </a:ext>
            </a:extLst>
          </p:cNvPr>
          <p:cNvSpPr/>
          <p:nvPr/>
        </p:nvSpPr>
        <p:spPr>
          <a:xfrm>
            <a:off x="5876072" y="4793444"/>
            <a:ext cx="2667000" cy="13716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페이지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3C80664-C009-0FEE-D5DD-F8C141F65E4B}"/>
              </a:ext>
            </a:extLst>
          </p:cNvPr>
          <p:cNvSpPr/>
          <p:nvPr/>
        </p:nvSpPr>
        <p:spPr>
          <a:xfrm>
            <a:off x="3209072" y="3472644"/>
            <a:ext cx="1676400" cy="7366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회원 가입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A2B8098-D499-DC2A-3948-CA452DEA2F55}"/>
              </a:ext>
            </a:extLst>
          </p:cNvPr>
          <p:cNvSpPr/>
          <p:nvPr/>
        </p:nvSpPr>
        <p:spPr>
          <a:xfrm>
            <a:off x="3202248" y="5113029"/>
            <a:ext cx="1676400" cy="7366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3531A43-21D8-4BF7-6AAE-5CC2D0F46754}"/>
              </a:ext>
            </a:extLst>
          </p:cNvPr>
          <p:cNvSpPr/>
          <p:nvPr/>
        </p:nvSpPr>
        <p:spPr>
          <a:xfrm>
            <a:off x="6373268" y="3506100"/>
            <a:ext cx="1676400" cy="7366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회원 정보 수정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80222B3-FD91-4D77-25A9-D89D9E69F671}"/>
              </a:ext>
            </a:extLst>
          </p:cNvPr>
          <p:cNvSpPr/>
          <p:nvPr/>
        </p:nvSpPr>
        <p:spPr>
          <a:xfrm>
            <a:off x="11978896" y="5104026"/>
            <a:ext cx="1676400" cy="7366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보유주식 선택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8D35E53-C5A2-5DA4-7BE3-6B9DB99EA23F}"/>
              </a:ext>
            </a:extLst>
          </p:cNvPr>
          <p:cNvSpPr/>
          <p:nvPr/>
        </p:nvSpPr>
        <p:spPr>
          <a:xfrm>
            <a:off x="9492018" y="6938891"/>
            <a:ext cx="1676400" cy="7366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채팅 페이지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C26E731-A48C-CE8B-EF13-E4B2DC4276FC}"/>
              </a:ext>
            </a:extLst>
          </p:cNvPr>
          <p:cNvSpPr/>
          <p:nvPr/>
        </p:nvSpPr>
        <p:spPr>
          <a:xfrm>
            <a:off x="9492018" y="5108575"/>
            <a:ext cx="1676400" cy="7366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지수 분석 페이지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13C9165-6637-63DF-E6B0-19C699F7A777}"/>
              </a:ext>
            </a:extLst>
          </p:cNvPr>
          <p:cNvSpPr/>
          <p:nvPr/>
        </p:nvSpPr>
        <p:spPr>
          <a:xfrm>
            <a:off x="14645896" y="6965144"/>
            <a:ext cx="1676400" cy="7366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주식 지수 분석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2448A00-6918-2023-DCB4-8403AB96FFBB}"/>
              </a:ext>
            </a:extLst>
          </p:cNvPr>
          <p:cNvSpPr/>
          <p:nvPr/>
        </p:nvSpPr>
        <p:spPr>
          <a:xfrm>
            <a:off x="14645896" y="5105732"/>
            <a:ext cx="1676400" cy="7366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뉴스기사 분석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6405C13-7F3C-CF9C-669F-C0D22E023025}"/>
              </a:ext>
            </a:extLst>
          </p:cNvPr>
          <p:cNvSpPr/>
          <p:nvPr/>
        </p:nvSpPr>
        <p:spPr>
          <a:xfrm>
            <a:off x="9492018" y="3510744"/>
            <a:ext cx="1676400" cy="7366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 아웃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D1ECE69-D4FF-148C-2E95-790F1775444A}"/>
              </a:ext>
            </a:extLst>
          </p:cNvPr>
          <p:cNvSpPr/>
          <p:nvPr/>
        </p:nvSpPr>
        <p:spPr>
          <a:xfrm>
            <a:off x="11978896" y="6938891"/>
            <a:ext cx="1676400" cy="7366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보유 주식 추가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C2A91A5-8176-EB93-6242-84F410E2A511}"/>
              </a:ext>
            </a:extLst>
          </p:cNvPr>
          <p:cNvCxnSpPr>
            <a:stCxn id="36" idx="2"/>
            <a:endCxn id="38" idx="3"/>
          </p:cNvCxnSpPr>
          <p:nvPr/>
        </p:nvCxnSpPr>
        <p:spPr>
          <a:xfrm flipH="1">
            <a:off x="4878648" y="5479244"/>
            <a:ext cx="997424" cy="2085"/>
          </a:xfrm>
          <a:prstGeom prst="straightConnector1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AB77D051-9E49-2A64-FD5B-52952D59A9E1}"/>
              </a:ext>
            </a:extLst>
          </p:cNvPr>
          <p:cNvCxnSpPr>
            <a:cxnSpLocks/>
            <a:stCxn id="36" idx="0"/>
            <a:endCxn id="39" idx="2"/>
          </p:cNvCxnSpPr>
          <p:nvPr/>
        </p:nvCxnSpPr>
        <p:spPr>
          <a:xfrm flipV="1">
            <a:off x="7209572" y="4242700"/>
            <a:ext cx="1896" cy="550744"/>
          </a:xfrm>
          <a:prstGeom prst="straightConnector1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7F9EDF2-5A34-3153-904B-5A3611B5E612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flipH="1">
            <a:off x="4040448" y="4209244"/>
            <a:ext cx="6824" cy="903785"/>
          </a:xfrm>
          <a:prstGeom prst="straightConnector1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94A9FC16-781A-6DA3-AECF-DF9784A3D88D}"/>
              </a:ext>
            </a:extLst>
          </p:cNvPr>
          <p:cNvCxnSpPr>
            <a:cxnSpLocks/>
            <a:stCxn id="36" idx="1"/>
          </p:cNvCxnSpPr>
          <p:nvPr/>
        </p:nvCxnSpPr>
        <p:spPr>
          <a:xfrm rot="16200000" flipV="1">
            <a:off x="5259773" y="3987437"/>
            <a:ext cx="1153366" cy="860379"/>
          </a:xfrm>
          <a:prstGeom prst="bentConnector3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D2FF0B2F-6A05-3F14-27DE-C2B6AFA0D6B9}"/>
              </a:ext>
            </a:extLst>
          </p:cNvPr>
          <p:cNvCxnSpPr>
            <a:endCxn id="37" idx="3"/>
          </p:cNvCxnSpPr>
          <p:nvPr/>
        </p:nvCxnSpPr>
        <p:spPr>
          <a:xfrm flipH="1">
            <a:off x="4885472" y="3840944"/>
            <a:ext cx="520794" cy="0"/>
          </a:xfrm>
          <a:prstGeom prst="straightConnector1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2EA162C9-DBFA-55D2-A04B-B807892767BE}"/>
              </a:ext>
            </a:extLst>
          </p:cNvPr>
          <p:cNvCxnSpPr>
            <a:stCxn id="36" idx="6"/>
            <a:endCxn id="42" idx="1"/>
          </p:cNvCxnSpPr>
          <p:nvPr/>
        </p:nvCxnSpPr>
        <p:spPr>
          <a:xfrm flipV="1">
            <a:off x="8543072" y="5476875"/>
            <a:ext cx="948946" cy="2369"/>
          </a:xfrm>
          <a:prstGeom prst="straightConnector1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A31C76C2-7760-37EC-6287-99B599BCE0FA}"/>
              </a:ext>
            </a:extLst>
          </p:cNvPr>
          <p:cNvCxnSpPr>
            <a:stCxn id="42" idx="3"/>
            <a:endCxn id="40" idx="1"/>
          </p:cNvCxnSpPr>
          <p:nvPr/>
        </p:nvCxnSpPr>
        <p:spPr>
          <a:xfrm flipV="1">
            <a:off x="11168418" y="5472326"/>
            <a:ext cx="810478" cy="4549"/>
          </a:xfrm>
          <a:prstGeom prst="straightConnector1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4E75C90B-E941-97F7-A289-253EDDE6BF9C}"/>
              </a:ext>
            </a:extLst>
          </p:cNvPr>
          <p:cNvCxnSpPr>
            <a:stCxn id="40" idx="3"/>
            <a:endCxn id="44" idx="1"/>
          </p:cNvCxnSpPr>
          <p:nvPr/>
        </p:nvCxnSpPr>
        <p:spPr>
          <a:xfrm>
            <a:off x="13655296" y="5472326"/>
            <a:ext cx="990600" cy="1706"/>
          </a:xfrm>
          <a:prstGeom prst="straightConnector1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0DD530B2-857A-7D87-9BD0-3D970037452D}"/>
              </a:ext>
            </a:extLst>
          </p:cNvPr>
          <p:cNvCxnSpPr>
            <a:cxnSpLocks/>
            <a:endCxn id="45" idx="1"/>
          </p:cNvCxnSpPr>
          <p:nvPr/>
        </p:nvCxnSpPr>
        <p:spPr>
          <a:xfrm rot="5400000" flipH="1" flipV="1">
            <a:off x="8414212" y="4394521"/>
            <a:ext cx="1593282" cy="562329"/>
          </a:xfrm>
          <a:prstGeom prst="bentConnector2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FE2CADE7-D167-53A7-9AC3-DC6121588926}"/>
              </a:ext>
            </a:extLst>
          </p:cNvPr>
          <p:cNvCxnSpPr>
            <a:cxnSpLocks/>
            <a:endCxn id="41" idx="1"/>
          </p:cNvCxnSpPr>
          <p:nvPr/>
        </p:nvCxnSpPr>
        <p:spPr>
          <a:xfrm rot="16200000" flipH="1">
            <a:off x="8293423" y="6108595"/>
            <a:ext cx="1834863" cy="562328"/>
          </a:xfrm>
          <a:prstGeom prst="bentConnector2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A9E25FEC-5EFC-475D-62C1-6B7FEE040A43}"/>
              </a:ext>
            </a:extLst>
          </p:cNvPr>
          <p:cNvCxnSpPr>
            <a:endCxn id="46" idx="1"/>
          </p:cNvCxnSpPr>
          <p:nvPr/>
        </p:nvCxnSpPr>
        <p:spPr>
          <a:xfrm rot="16200000" flipH="1">
            <a:off x="10858276" y="6186571"/>
            <a:ext cx="1836000" cy="405239"/>
          </a:xfrm>
          <a:prstGeom prst="bentConnector2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AC65A703-2E1A-0765-999D-A8B0490F1318}"/>
              </a:ext>
            </a:extLst>
          </p:cNvPr>
          <p:cNvCxnSpPr>
            <a:endCxn id="43" idx="1"/>
          </p:cNvCxnSpPr>
          <p:nvPr/>
        </p:nvCxnSpPr>
        <p:spPr>
          <a:xfrm rot="16200000" flipH="1">
            <a:off x="13467687" y="6155235"/>
            <a:ext cx="1861118" cy="495300"/>
          </a:xfrm>
          <a:prstGeom prst="bentConnector2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9DFD0D3-6987-B8BA-1D3E-6537CF3DC68F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EE00885D-AE30-4F84-5B57-BB8F65DC6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D1325B0C-86CE-C863-0B05-1741370D5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607827D5-9812-5CE4-4576-F25FD91F11B1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25AB16E5-986C-1FD0-26F8-F2E59D53E7BA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A4B2D726-6EEF-7250-FFBD-5521748E290C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3D0A77EA-1264-58EC-A50B-199AA21834E8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DAF35F59-DB94-1541-7F05-555618595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627AAAC3-5068-E23D-6891-94405E37FC30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04490792-7A90-3EC3-6240-1AAEE97FD9B9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71048F79-DED6-6AFB-F04B-7770F6EAA287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91C5430D-2172-A251-BDCA-33E2B3459D5D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4535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93475-89A5-7012-CF13-FCD07DBE7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35E905B-6D0D-4B2C-21A0-08C778FAE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BC4EA52-2553-13EC-456A-9AA99E39F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DF80825-9871-9E59-E923-6E6732A34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9EFF469-013F-4B9E-5AE7-487E4FA30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9396557B-C160-BDE7-79B4-B28161F7C7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403DFF56-4155-5ACD-C4A5-CF4A38E9025B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E70B253-B003-6583-4573-62B61D3B1A2E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시스템 구성도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BE9F3A1-8C7D-5CF5-7F32-6D5C6136CFD9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41FF3A3A-C19B-3191-58E2-9686D4FC5A7A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20</a:t>
            </a:r>
          </a:p>
        </p:txBody>
      </p:sp>
      <p:pic>
        <p:nvPicPr>
          <p:cNvPr id="91" name="Picture 2">
            <a:extLst>
              <a:ext uri="{FF2B5EF4-FFF2-40B4-BE49-F238E27FC236}">
                <a16:creationId xmlns:a16="http://schemas.microsoft.com/office/drawing/2014/main" id="{CA68F739-D32B-7194-7138-58CB39F2D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366" y="2870200"/>
            <a:ext cx="13716000" cy="68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BD144750-8AD1-2A07-B834-17D38065881F}"/>
              </a:ext>
            </a:extLst>
          </p:cNvPr>
          <p:cNvSpPr/>
          <p:nvPr/>
        </p:nvSpPr>
        <p:spPr>
          <a:xfrm>
            <a:off x="2718666" y="2997200"/>
            <a:ext cx="6653934" cy="19558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B374F173-C0F4-7CB7-5405-F73513F224F3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94" name="Picture 6">
              <a:extLst>
                <a:ext uri="{FF2B5EF4-FFF2-40B4-BE49-F238E27FC236}">
                  <a16:creationId xmlns:a16="http://schemas.microsoft.com/office/drawing/2014/main" id="{8F46215D-CDEF-4A34-B625-7CD9001A7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95" name="Picture 7">
              <a:extLst>
                <a:ext uri="{FF2B5EF4-FFF2-40B4-BE49-F238E27FC236}">
                  <a16:creationId xmlns:a16="http://schemas.microsoft.com/office/drawing/2014/main" id="{A8E9CBD7-DE78-39FB-E596-DCFC1A72C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96" name="TextBox 8">
              <a:extLst>
                <a:ext uri="{FF2B5EF4-FFF2-40B4-BE49-F238E27FC236}">
                  <a16:creationId xmlns:a16="http://schemas.microsoft.com/office/drawing/2014/main" id="{1991C8A6-EF9E-DE48-B03D-AED3725D5AD6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97" name="TextBox 9">
              <a:extLst>
                <a:ext uri="{FF2B5EF4-FFF2-40B4-BE49-F238E27FC236}">
                  <a16:creationId xmlns:a16="http://schemas.microsoft.com/office/drawing/2014/main" id="{449BF94E-5E60-5018-FA32-A6477B3265CC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98" name="TextBox 10">
              <a:extLst>
                <a:ext uri="{FF2B5EF4-FFF2-40B4-BE49-F238E27FC236}">
                  <a16:creationId xmlns:a16="http://schemas.microsoft.com/office/drawing/2014/main" id="{9DD51191-0C36-5CEC-F94C-A1D8609AFF0C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99" name="TextBox 11">
              <a:extLst>
                <a:ext uri="{FF2B5EF4-FFF2-40B4-BE49-F238E27FC236}">
                  <a16:creationId xmlns:a16="http://schemas.microsoft.com/office/drawing/2014/main" id="{B5CB666F-3672-E205-A1B5-09104C449E7F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100" name="Picture 12">
              <a:extLst>
                <a:ext uri="{FF2B5EF4-FFF2-40B4-BE49-F238E27FC236}">
                  <a16:creationId xmlns:a16="http://schemas.microsoft.com/office/drawing/2014/main" id="{C5523E2B-2929-EF18-E1CE-B5606C92E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101" name="TextBox 21">
              <a:extLst>
                <a:ext uri="{FF2B5EF4-FFF2-40B4-BE49-F238E27FC236}">
                  <a16:creationId xmlns:a16="http://schemas.microsoft.com/office/drawing/2014/main" id="{7FF38AFD-5D45-5E85-0500-DDE86244A11A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102" name="TextBox 22">
              <a:extLst>
                <a:ext uri="{FF2B5EF4-FFF2-40B4-BE49-F238E27FC236}">
                  <a16:creationId xmlns:a16="http://schemas.microsoft.com/office/drawing/2014/main" id="{9ED84F43-6413-1E11-2351-8ABAE8F651CA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103" name="TextBox 23">
              <a:extLst>
                <a:ext uri="{FF2B5EF4-FFF2-40B4-BE49-F238E27FC236}">
                  <a16:creationId xmlns:a16="http://schemas.microsoft.com/office/drawing/2014/main" id="{47D5E912-FEB0-86C8-E664-7D1071E90E68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104" name="TextBox 48">
              <a:extLst>
                <a:ext uri="{FF2B5EF4-FFF2-40B4-BE49-F238E27FC236}">
                  <a16:creationId xmlns:a16="http://schemas.microsoft.com/office/drawing/2014/main" id="{71BE3CC3-0A31-8D57-637F-971AE31064E6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3788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1D323-C76C-2E4E-93CB-6AB271977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CE0A6EE-E697-033D-7F8B-1C2576FB7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A9C3B4E-F587-FA4C-9BDF-5F03349D8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30C94A5-574C-2851-9710-455AE2DD9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ADEDFE12-3A97-65FA-162E-FCF1204FC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A4915880-01E9-7517-60E0-D98B7753C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54B5DB71-8E2B-153A-9177-83CE920AACA9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5DAC116-1E4F-6925-4321-C45B5B0D646D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네트워크 설계서 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3C02A2D-E428-F86A-6EE0-A2A6BC8DA71D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FF9CAED0-D9C8-10BF-8994-B33929567117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21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A9A9E678-E39A-98F3-51E2-B793DFEF20BB}"/>
              </a:ext>
            </a:extLst>
          </p:cNvPr>
          <p:cNvGrpSpPr/>
          <p:nvPr/>
        </p:nvGrpSpPr>
        <p:grpSpPr>
          <a:xfrm>
            <a:off x="2819400" y="2957368"/>
            <a:ext cx="13141131" cy="6310868"/>
            <a:chOff x="4273349" y="2957368"/>
            <a:chExt cx="11687182" cy="6310868"/>
          </a:xfrm>
        </p:grpSpPr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AEA09C70-BC29-0C87-2025-6DD1A6D5FE7C}"/>
                </a:ext>
              </a:extLst>
            </p:cNvPr>
            <p:cNvGrpSpPr/>
            <p:nvPr/>
          </p:nvGrpSpPr>
          <p:grpSpPr>
            <a:xfrm>
              <a:off x="5299269" y="2957368"/>
              <a:ext cx="10661262" cy="6310868"/>
              <a:chOff x="1073538" y="337582"/>
              <a:chExt cx="10661262" cy="6310868"/>
            </a:xfrm>
          </p:grpSpPr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EDF2C761-E2A2-5102-9CC3-DE16D1C375AE}"/>
                  </a:ext>
                </a:extLst>
              </p:cNvPr>
              <p:cNvSpPr/>
              <p:nvPr/>
            </p:nvSpPr>
            <p:spPr>
              <a:xfrm>
                <a:off x="4502150" y="984250"/>
                <a:ext cx="6705600" cy="5264150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사각형: 둥근 모서리 74">
                <a:extLst>
                  <a:ext uri="{FF2B5EF4-FFF2-40B4-BE49-F238E27FC236}">
                    <a16:creationId xmlns:a16="http://schemas.microsoft.com/office/drawing/2014/main" id="{C14A3D74-ECD9-E906-69CA-F2D5652AB0E7}"/>
                  </a:ext>
                </a:extLst>
              </p:cNvPr>
              <p:cNvSpPr/>
              <p:nvPr/>
            </p:nvSpPr>
            <p:spPr>
              <a:xfrm>
                <a:off x="4127500" y="558800"/>
                <a:ext cx="7607300" cy="6089650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" name="직사각형 75">
                <a:extLst>
                  <a:ext uri="{FF2B5EF4-FFF2-40B4-BE49-F238E27FC236}">
                    <a16:creationId xmlns:a16="http://schemas.microsoft.com/office/drawing/2014/main" id="{AEFE793F-26B2-189D-4A3F-BC3EFA126A3B}"/>
                  </a:ext>
                </a:extLst>
              </p:cNvPr>
              <p:cNvSpPr/>
              <p:nvPr/>
            </p:nvSpPr>
            <p:spPr>
              <a:xfrm>
                <a:off x="5289550" y="765691"/>
                <a:ext cx="1390650" cy="425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checky-</a:t>
                </a:r>
                <a:r>
                  <a:rPr lang="en-US" altLang="ko-KR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vcn</a:t>
                </a:r>
                <a:endParaRPr lang="ko-KR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12965D9C-A916-18ED-CAE6-477A34FCA79C}"/>
                  </a:ext>
                </a:extLst>
              </p:cNvPr>
              <p:cNvSpPr/>
              <p:nvPr/>
            </p:nvSpPr>
            <p:spPr>
              <a:xfrm>
                <a:off x="7029450" y="337582"/>
                <a:ext cx="1803400" cy="425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Oracle Cloud</a:t>
                </a:r>
                <a:endParaRPr lang="ko-KR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78" name="사각형: 둥근 모서리 77">
                <a:extLst>
                  <a:ext uri="{FF2B5EF4-FFF2-40B4-BE49-F238E27FC236}">
                    <a16:creationId xmlns:a16="http://schemas.microsoft.com/office/drawing/2014/main" id="{760553A0-2032-08AE-4EB5-42FF659038DB}"/>
                  </a:ext>
                </a:extLst>
              </p:cNvPr>
              <p:cNvSpPr/>
              <p:nvPr/>
            </p:nvSpPr>
            <p:spPr>
              <a:xfrm>
                <a:off x="4737100" y="1680091"/>
                <a:ext cx="2933700" cy="4102100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" name="사각형: 둥근 모서리 78">
                <a:extLst>
                  <a:ext uri="{FF2B5EF4-FFF2-40B4-BE49-F238E27FC236}">
                    <a16:creationId xmlns:a16="http://schemas.microsoft.com/office/drawing/2014/main" id="{34584E84-FD6B-27BB-6734-5000C1C6A20A}"/>
                  </a:ext>
                </a:extLst>
              </p:cNvPr>
              <p:cNvSpPr/>
              <p:nvPr/>
            </p:nvSpPr>
            <p:spPr>
              <a:xfrm>
                <a:off x="7931150" y="1680091"/>
                <a:ext cx="2933700" cy="4102100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54358A53-44D4-EBA3-C78B-D06B09C050FD}"/>
                  </a:ext>
                </a:extLst>
              </p:cNvPr>
              <p:cNvSpPr/>
              <p:nvPr/>
            </p:nvSpPr>
            <p:spPr>
              <a:xfrm>
                <a:off x="5508625" y="1461532"/>
                <a:ext cx="1390650" cy="425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퍼블릭 </a:t>
                </a:r>
                <a:r>
                  <a:rPr lang="ko-KR" altLang="en-US" sz="1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서브넷</a:t>
                </a:r>
                <a:endParaRPr lang="en-US" altLang="ko-KR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US" altLang="ko-KR" sz="1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-checky-</a:t>
                </a:r>
                <a:r>
                  <a:rPr lang="en-US" altLang="ko-KR" sz="1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vcn</a:t>
                </a:r>
                <a:endParaRPr lang="ko-KR" alt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F0609092-D547-C1A0-C80B-571F2D7DF610}"/>
                  </a:ext>
                </a:extLst>
              </p:cNvPr>
              <p:cNvSpPr/>
              <p:nvPr/>
            </p:nvSpPr>
            <p:spPr>
              <a:xfrm>
                <a:off x="8559800" y="1461532"/>
                <a:ext cx="1676399" cy="425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프라이빗</a:t>
                </a:r>
                <a:r>
                  <a:rPr lang="ko-KR" altLang="en-US" sz="1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</a:t>
                </a:r>
                <a:r>
                  <a:rPr lang="ko-KR" altLang="en-US" sz="1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서브넷</a:t>
                </a:r>
                <a:endParaRPr lang="en-US" altLang="ko-KR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US" altLang="ko-KR" sz="1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-checky-</a:t>
                </a:r>
                <a:r>
                  <a:rPr lang="en-US" altLang="ko-KR" sz="1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vcn</a:t>
                </a:r>
                <a:endParaRPr lang="ko-KR" alt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B38E0C08-9E9C-58B1-4141-90EEA8C9DC0A}"/>
                  </a:ext>
                </a:extLst>
              </p:cNvPr>
              <p:cNvSpPr/>
              <p:nvPr/>
            </p:nvSpPr>
            <p:spPr>
              <a:xfrm>
                <a:off x="5257800" y="2312432"/>
                <a:ext cx="1895475" cy="15064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instance-COMJSH</a:t>
                </a:r>
              </a:p>
              <a:p>
                <a:pPr algn="ctr"/>
                <a:endParaRPr lang="en-US" altLang="ko-KR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US" altLang="ko-KR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VM.Standard.E2.1.Micro</a:t>
                </a:r>
              </a:p>
              <a:p>
                <a:pPr algn="ctr"/>
                <a:r>
                  <a:rPr lang="en-US" altLang="ko-KR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OCPU </a:t>
                </a:r>
                <a:r>
                  <a:rPr lang="ko-KR" altLang="en-US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개수</a:t>
                </a:r>
                <a:r>
                  <a:rPr lang="en-US" altLang="ko-KR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: 1</a:t>
                </a:r>
              </a:p>
              <a:p>
                <a:pPr algn="ctr"/>
                <a:r>
                  <a:rPr lang="ko-KR" altLang="en-US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메모리</a:t>
                </a:r>
                <a:r>
                  <a:rPr lang="en-US" altLang="ko-KR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(GB): 1</a:t>
                </a:r>
              </a:p>
              <a:p>
                <a:pPr algn="ctr"/>
                <a:r>
                  <a:rPr lang="ko-KR" altLang="en-US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네트워크 대역폭</a:t>
                </a:r>
                <a:r>
                  <a:rPr lang="en-US" altLang="ko-KR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(Gbps): 0.48</a:t>
                </a:r>
                <a:endPara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8BC3C7D5-774C-67DB-89C7-F88FBB6D7F0D}"/>
                  </a:ext>
                </a:extLst>
              </p:cNvPr>
              <p:cNvSpPr/>
              <p:nvPr/>
            </p:nvSpPr>
            <p:spPr>
              <a:xfrm>
                <a:off x="5457825" y="4361419"/>
                <a:ext cx="1571625" cy="5271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NAT</a:t>
                </a:r>
              </a:p>
              <a:p>
                <a:pPr algn="ctr"/>
                <a:r>
                  <a:rPr lang="en-US" altLang="ko-KR" sz="1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GATEWAY</a:t>
                </a:r>
                <a:endParaRPr lang="ko-KR" alt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52140E04-0677-97C4-60C6-40B42CBCF47B}"/>
                  </a:ext>
                </a:extLst>
              </p:cNvPr>
              <p:cNvSpPr/>
              <p:nvPr/>
            </p:nvSpPr>
            <p:spPr>
              <a:xfrm>
                <a:off x="8612186" y="2813566"/>
                <a:ext cx="1571625" cy="18351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DB-COMJSH</a:t>
                </a:r>
              </a:p>
              <a:p>
                <a:pPr algn="ctr"/>
                <a:r>
                  <a:rPr lang="en-US" altLang="ko-KR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</a:t>
                </a:r>
                <a:r>
                  <a:rPr lang="en-US" altLang="ko-KR" sz="10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MySQL.Free.Standalone</a:t>
                </a:r>
                <a:endParaRPr lang="en-US" altLang="ko-KR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ko-KR" altLang="en-US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버전</a:t>
                </a:r>
                <a:r>
                  <a:rPr lang="en-US" altLang="ko-KR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: 9.1.0</a:t>
                </a:r>
              </a:p>
              <a:p>
                <a:pPr algn="ctr"/>
                <a:r>
                  <a:rPr lang="en-US" altLang="ko-KR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ECPU </a:t>
                </a:r>
                <a:r>
                  <a:rPr lang="ko-KR" altLang="en-US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개수</a:t>
                </a:r>
                <a:r>
                  <a:rPr lang="en-US" altLang="ko-KR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: 1</a:t>
                </a:r>
              </a:p>
              <a:p>
                <a:pPr algn="ctr"/>
                <a:r>
                  <a:rPr lang="ko-KR" altLang="en-US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메모리</a:t>
                </a:r>
                <a:r>
                  <a:rPr lang="en-US" altLang="ko-KR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(GB): 8</a:t>
                </a:r>
              </a:p>
              <a:p>
                <a:pPr algn="ctr"/>
                <a:r>
                  <a:rPr lang="ko-KR" altLang="en-US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스토리지 크기</a:t>
                </a:r>
                <a:r>
                  <a:rPr lang="en-US" altLang="ko-KR" sz="1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(GB): 50</a:t>
                </a:r>
              </a:p>
              <a:p>
                <a:pPr algn="ctr"/>
                <a:endPara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DD966EBD-3269-891B-60C2-7626F24036E4}"/>
                  </a:ext>
                </a:extLst>
              </p:cNvPr>
              <p:cNvSpPr/>
              <p:nvPr/>
            </p:nvSpPr>
            <p:spPr>
              <a:xfrm>
                <a:off x="2841625" y="3473931"/>
                <a:ext cx="701676" cy="5271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DNS</a:t>
                </a:r>
                <a:endParaRPr lang="ko-KR" alt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cxnSp>
            <p:nvCxnSpPr>
              <p:cNvPr id="86" name="직선 화살표 연결선 85">
                <a:extLst>
                  <a:ext uri="{FF2B5EF4-FFF2-40B4-BE49-F238E27FC236}">
                    <a16:creationId xmlns:a16="http://schemas.microsoft.com/office/drawing/2014/main" id="{4CFAC7CB-0D5F-9E13-D43F-0E9B737191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35800" y="3737491"/>
                <a:ext cx="1530350" cy="806107"/>
              </a:xfrm>
              <a:prstGeom prst="straightConnector1">
                <a:avLst/>
              </a:prstGeom>
              <a:ln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직선 화살표 연결선 86">
                <a:extLst>
                  <a:ext uri="{FF2B5EF4-FFF2-40B4-BE49-F238E27FC236}">
                    <a16:creationId xmlns:a16="http://schemas.microsoft.com/office/drawing/2014/main" id="{50459963-CE51-8B78-39A3-D8C1C82631D5}"/>
                  </a:ext>
                </a:extLst>
              </p:cNvPr>
              <p:cNvCxnSpPr>
                <a:cxnSpLocks/>
                <a:endCxn id="82" idx="1"/>
              </p:cNvCxnSpPr>
              <p:nvPr/>
            </p:nvCxnSpPr>
            <p:spPr>
              <a:xfrm flipV="1">
                <a:off x="3540125" y="3065652"/>
                <a:ext cx="1717675" cy="598608"/>
              </a:xfrm>
              <a:prstGeom prst="straightConnector1">
                <a:avLst/>
              </a:prstGeom>
              <a:ln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직선 화살표 연결선 87">
                <a:extLst>
                  <a:ext uri="{FF2B5EF4-FFF2-40B4-BE49-F238E27FC236}">
                    <a16:creationId xmlns:a16="http://schemas.microsoft.com/office/drawing/2014/main" id="{6F4D6A58-6B99-D56E-D847-2BE834131850}"/>
                  </a:ext>
                </a:extLst>
              </p:cNvPr>
              <p:cNvCxnSpPr/>
              <p:nvPr/>
            </p:nvCxnSpPr>
            <p:spPr>
              <a:xfrm>
                <a:off x="7205664" y="3029431"/>
                <a:ext cx="1360486" cy="444500"/>
              </a:xfrm>
              <a:prstGeom prst="straightConnector1">
                <a:avLst/>
              </a:prstGeom>
              <a:ln>
                <a:solidFill>
                  <a:schemeClr val="accent4">
                    <a:lumMod val="7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직선 화살표 연결선 88">
                <a:extLst>
                  <a:ext uri="{FF2B5EF4-FFF2-40B4-BE49-F238E27FC236}">
                    <a16:creationId xmlns:a16="http://schemas.microsoft.com/office/drawing/2014/main" id="{183B7894-C035-0444-0AFF-7F3814CB6FBE}"/>
                  </a:ext>
                </a:extLst>
              </p:cNvPr>
              <p:cNvCxnSpPr>
                <a:endCxn id="85" idx="1"/>
              </p:cNvCxnSpPr>
              <p:nvPr/>
            </p:nvCxnSpPr>
            <p:spPr>
              <a:xfrm>
                <a:off x="2259804" y="3731141"/>
                <a:ext cx="581821" cy="6350"/>
              </a:xfrm>
              <a:prstGeom prst="straightConnector1">
                <a:avLst/>
              </a:prstGeom>
              <a:ln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EB4BFE0B-3546-7D74-63E2-D6E9851B2A8D}"/>
                  </a:ext>
                </a:extLst>
              </p:cNvPr>
              <p:cNvSpPr/>
              <p:nvPr/>
            </p:nvSpPr>
            <p:spPr>
              <a:xfrm>
                <a:off x="1073538" y="4830428"/>
                <a:ext cx="2045500" cy="1417011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네이버페이 증권</a:t>
                </a:r>
                <a:endParaRPr lang="en-US" altLang="ko-K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US" altLang="ko-KR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PINECONE API</a:t>
                </a:r>
              </a:p>
              <a:p>
                <a:pPr algn="ctr"/>
                <a:r>
                  <a:rPr lang="en-US" altLang="ko-KR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DART API</a:t>
                </a:r>
              </a:p>
              <a:p>
                <a:pPr algn="ctr"/>
                <a:r>
                  <a:rPr lang="en-US" altLang="ko-KR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OPEN API</a:t>
                </a:r>
                <a:endParaRPr lang="ko-KR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cxnSp>
            <p:nvCxnSpPr>
              <p:cNvPr id="91" name="직선 화살표 연결선 90">
                <a:extLst>
                  <a:ext uri="{FF2B5EF4-FFF2-40B4-BE49-F238E27FC236}">
                    <a16:creationId xmlns:a16="http://schemas.microsoft.com/office/drawing/2014/main" id="{26D9306A-6516-A8A7-B5A2-88B821FD24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388" y="4736955"/>
                <a:ext cx="2346725" cy="881908"/>
              </a:xfrm>
              <a:prstGeom prst="straightConnector1">
                <a:avLst/>
              </a:prstGeom>
              <a:ln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직선 화살표 연결선 91">
                <a:extLst>
                  <a:ext uri="{FF2B5EF4-FFF2-40B4-BE49-F238E27FC236}">
                    <a16:creationId xmlns:a16="http://schemas.microsoft.com/office/drawing/2014/main" id="{C1C56073-D17F-57D9-1237-CBF0F26089DF}"/>
                  </a:ext>
                </a:extLst>
              </p:cNvPr>
              <p:cNvCxnSpPr/>
              <p:nvPr/>
            </p:nvCxnSpPr>
            <p:spPr>
              <a:xfrm flipH="1">
                <a:off x="3125388" y="3429000"/>
                <a:ext cx="2132412" cy="1917700"/>
              </a:xfrm>
              <a:prstGeom prst="straightConnector1">
                <a:avLst/>
              </a:prstGeom>
              <a:ln>
                <a:solidFill>
                  <a:schemeClr val="accent4">
                    <a:lumMod val="7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63175CA7-7ED1-735C-4800-B753ACE928E3}"/>
                </a:ext>
              </a:extLst>
            </p:cNvPr>
            <p:cNvSpPr/>
            <p:nvPr/>
          </p:nvSpPr>
          <p:spPr>
            <a:xfrm>
              <a:off x="4273349" y="6098012"/>
              <a:ext cx="2185992" cy="5271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http://www.comjsh.store</a:t>
              </a:r>
              <a:endParaRPr lang="ko-KR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8C924964-546F-3B96-5810-BEBBA4AAE225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98" name="Picture 6">
              <a:extLst>
                <a:ext uri="{FF2B5EF4-FFF2-40B4-BE49-F238E27FC236}">
                  <a16:creationId xmlns:a16="http://schemas.microsoft.com/office/drawing/2014/main" id="{4E89BE58-2FBA-1648-4828-E7DF0022C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99" name="Picture 7">
              <a:extLst>
                <a:ext uri="{FF2B5EF4-FFF2-40B4-BE49-F238E27FC236}">
                  <a16:creationId xmlns:a16="http://schemas.microsoft.com/office/drawing/2014/main" id="{D6ED1126-0B8C-E814-2F6D-9AF7F838E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100" name="TextBox 8">
              <a:extLst>
                <a:ext uri="{FF2B5EF4-FFF2-40B4-BE49-F238E27FC236}">
                  <a16:creationId xmlns:a16="http://schemas.microsoft.com/office/drawing/2014/main" id="{4D1A4861-747E-8F3D-8DC8-9FE2AB08FFF5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101" name="TextBox 9">
              <a:extLst>
                <a:ext uri="{FF2B5EF4-FFF2-40B4-BE49-F238E27FC236}">
                  <a16:creationId xmlns:a16="http://schemas.microsoft.com/office/drawing/2014/main" id="{1EFC8AA3-B92D-76EF-741E-36A4C460BCA3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102" name="TextBox 10">
              <a:extLst>
                <a:ext uri="{FF2B5EF4-FFF2-40B4-BE49-F238E27FC236}">
                  <a16:creationId xmlns:a16="http://schemas.microsoft.com/office/drawing/2014/main" id="{04415C59-FAF3-DBB1-FA14-9B709786988E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103" name="TextBox 11">
              <a:extLst>
                <a:ext uri="{FF2B5EF4-FFF2-40B4-BE49-F238E27FC236}">
                  <a16:creationId xmlns:a16="http://schemas.microsoft.com/office/drawing/2014/main" id="{2B4F0185-FA45-C9F5-6172-FE232F4D4521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104" name="Picture 12">
              <a:extLst>
                <a:ext uri="{FF2B5EF4-FFF2-40B4-BE49-F238E27FC236}">
                  <a16:creationId xmlns:a16="http://schemas.microsoft.com/office/drawing/2014/main" id="{9DE32CE2-BCF8-8AC6-A362-7F12DC2EC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105" name="TextBox 21">
              <a:extLst>
                <a:ext uri="{FF2B5EF4-FFF2-40B4-BE49-F238E27FC236}">
                  <a16:creationId xmlns:a16="http://schemas.microsoft.com/office/drawing/2014/main" id="{F1E23555-74AA-EDD5-3C41-7AD9131E6B40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106" name="TextBox 22">
              <a:extLst>
                <a:ext uri="{FF2B5EF4-FFF2-40B4-BE49-F238E27FC236}">
                  <a16:creationId xmlns:a16="http://schemas.microsoft.com/office/drawing/2014/main" id="{7394F141-93CE-3ECF-9BD1-7D1E92AE72EE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107" name="TextBox 23">
              <a:extLst>
                <a:ext uri="{FF2B5EF4-FFF2-40B4-BE49-F238E27FC236}">
                  <a16:creationId xmlns:a16="http://schemas.microsoft.com/office/drawing/2014/main" id="{A5AD80F6-7D6E-080A-B588-D453C8BDA48C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108" name="TextBox 48">
              <a:extLst>
                <a:ext uri="{FF2B5EF4-FFF2-40B4-BE49-F238E27FC236}">
                  <a16:creationId xmlns:a16="http://schemas.microsoft.com/office/drawing/2014/main" id="{CDC97E37-65AC-BCE0-6B00-6BD2F1DE1B7F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2834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0DA35-2C8B-2F6D-FDDD-80BCB756A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EE612EE-5064-45D2-4D28-BC2057C31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34CF543-1CE8-F62E-4D85-E46BE55A7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E6BD474-D92B-406D-9711-7CC29427C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CEF4EC0-8A45-4B47-32E6-D9EB5F188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63BB3A0F-1CDF-C6D8-F188-CB0CA9446D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958C5C22-5630-0B12-73C6-CBAA8619B8CB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3528861-276F-15B5-1E87-385ADB13B002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DBMS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C9598F2-53AD-6700-2D32-E73C2C59B9CC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E4CA6177-6129-F9AE-4033-931D26508D71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22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071FF4D-2C0D-30B2-BA13-B9084524002E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20" name="Picture 6">
              <a:extLst>
                <a:ext uri="{FF2B5EF4-FFF2-40B4-BE49-F238E27FC236}">
                  <a16:creationId xmlns:a16="http://schemas.microsoft.com/office/drawing/2014/main" id="{7895C605-0034-84E2-B819-2FB942CCE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5" name="Picture 7">
              <a:extLst>
                <a:ext uri="{FF2B5EF4-FFF2-40B4-BE49-F238E27FC236}">
                  <a16:creationId xmlns:a16="http://schemas.microsoft.com/office/drawing/2014/main" id="{2D733495-027C-151A-9E58-6A3C09A1E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6" name="TextBox 8">
              <a:extLst>
                <a:ext uri="{FF2B5EF4-FFF2-40B4-BE49-F238E27FC236}">
                  <a16:creationId xmlns:a16="http://schemas.microsoft.com/office/drawing/2014/main" id="{B465B590-033B-D2A3-3651-B7C71078E547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7" name="TextBox 9">
              <a:extLst>
                <a:ext uri="{FF2B5EF4-FFF2-40B4-BE49-F238E27FC236}">
                  <a16:creationId xmlns:a16="http://schemas.microsoft.com/office/drawing/2014/main" id="{D3ECAA54-99D1-2328-FC7D-39032829BFB7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8" name="TextBox 10">
              <a:extLst>
                <a:ext uri="{FF2B5EF4-FFF2-40B4-BE49-F238E27FC236}">
                  <a16:creationId xmlns:a16="http://schemas.microsoft.com/office/drawing/2014/main" id="{5D7280A1-24E0-9D25-F00F-09B11C5BCE41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9" name="TextBox 11">
              <a:extLst>
                <a:ext uri="{FF2B5EF4-FFF2-40B4-BE49-F238E27FC236}">
                  <a16:creationId xmlns:a16="http://schemas.microsoft.com/office/drawing/2014/main" id="{92AD27CC-BCE7-EE60-4F4D-4BE9D55E0F4E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30" name="Picture 12">
              <a:extLst>
                <a:ext uri="{FF2B5EF4-FFF2-40B4-BE49-F238E27FC236}">
                  <a16:creationId xmlns:a16="http://schemas.microsoft.com/office/drawing/2014/main" id="{D1322726-0022-CDCE-B149-E3027F968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1" name="TextBox 21">
              <a:extLst>
                <a:ext uri="{FF2B5EF4-FFF2-40B4-BE49-F238E27FC236}">
                  <a16:creationId xmlns:a16="http://schemas.microsoft.com/office/drawing/2014/main" id="{760F932F-E403-E48B-06CE-6B97911DF634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2" name="TextBox 22">
              <a:extLst>
                <a:ext uri="{FF2B5EF4-FFF2-40B4-BE49-F238E27FC236}">
                  <a16:creationId xmlns:a16="http://schemas.microsoft.com/office/drawing/2014/main" id="{5E942BAD-9D66-AF01-4B79-0405E562C76C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3" name="TextBox 23">
              <a:extLst>
                <a:ext uri="{FF2B5EF4-FFF2-40B4-BE49-F238E27FC236}">
                  <a16:creationId xmlns:a16="http://schemas.microsoft.com/office/drawing/2014/main" id="{7CB820B2-2F7B-7ED7-C2B2-5E095B826ABD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4" name="TextBox 48">
              <a:extLst>
                <a:ext uri="{FF2B5EF4-FFF2-40B4-BE49-F238E27FC236}">
                  <a16:creationId xmlns:a16="http://schemas.microsoft.com/office/drawing/2014/main" id="{47627220-BA4F-F6E3-AB51-31E3BF7DB3EB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03D973-9DE0-515C-ABD3-E24355C8EC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1" b="4311"/>
          <a:stretch/>
        </p:blipFill>
        <p:spPr bwMode="auto">
          <a:xfrm>
            <a:off x="3543300" y="2997200"/>
            <a:ext cx="7470248" cy="655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816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7C6B2-1DA5-00FE-BE47-9A5F6F60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08384D5-06C1-2EC8-B1EF-BEB939D49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72A1597-A6AE-9D44-9854-762DE464F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4786C7D-B0A1-2FB0-A62E-7F1DA1EE1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BD30E02-C3FE-8776-1295-F7BE7FCF5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84927A80-0075-6CC1-DF56-7F2B8D7074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1B65275B-6445-47DB-73BA-4054155B8AAC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8CCA26F-39AD-4F74-02C4-4EA3D5466722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초기 </a:t>
            </a:r>
            <a:r>
              <a:rPr lang="ko-KR" altLang="en-US" sz="2500" spc="-100" dirty="0" err="1">
                <a:solidFill>
                  <a:srgbClr val="747EA7"/>
                </a:solidFill>
                <a:latin typeface="Pretendard Regular"/>
                <a:ea typeface="Pretendard Regular"/>
              </a:rPr>
              <a:t>메인화면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로그인 전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)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 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3FE60CD-0B06-B1AA-BD3D-FDDAE3FAF771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3A1C5AF4-12AA-9807-DE5A-B8E699BF2E10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23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0E78B43-0990-DFE5-BD0E-A137961EF83B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4E4260CD-306D-DA41-7E9F-64BE42033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6CED569D-B701-9319-2F4C-DCE0D5A2C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0470D3AC-CA56-17FC-3AE2-82D3BB33C961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4CEA630C-0448-F6C9-F83B-3AAA073C7400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0A58B7BA-1174-F7E6-3B9B-56679101019E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332B4EE7-58E8-D6FB-5912-768B269A0DAF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25A1222E-9E11-00A5-ED63-F29CD4E56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7DC712E1-6474-2112-B799-0BD501A666D1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56B031C7-C407-4643-EB57-944C3F33270D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A172717C-D1BC-EA5C-AEA7-EFE9CFD6E56C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1874A335-75B4-46CF-DA47-89EFDD46CB15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6243BF6-AB76-D5D6-7841-4DDC6B4423A9}"/>
              </a:ext>
            </a:extLst>
          </p:cNvPr>
          <p:cNvGrpSpPr/>
          <p:nvPr/>
        </p:nvGrpSpPr>
        <p:grpSpPr>
          <a:xfrm>
            <a:off x="2520000" y="2952000"/>
            <a:ext cx="10260000" cy="6588000"/>
            <a:chOff x="333375" y="1357849"/>
            <a:chExt cx="8210550" cy="4804826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D6B09BFD-0199-C948-8224-3AF1F3080568}"/>
                </a:ext>
              </a:extLst>
            </p:cNvPr>
            <p:cNvSpPr/>
            <p:nvPr/>
          </p:nvSpPr>
          <p:spPr>
            <a:xfrm>
              <a:off x="333375" y="1362075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0DDFDA3E-4528-FC25-E0F7-83C57E8D9343}"/>
                </a:ext>
              </a:extLst>
            </p:cNvPr>
            <p:cNvSpPr/>
            <p:nvPr/>
          </p:nvSpPr>
          <p:spPr>
            <a:xfrm>
              <a:off x="333375" y="1357849"/>
              <a:ext cx="8210550" cy="60852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115256C-61E5-26F8-5479-341E34C68933}"/>
                </a:ext>
              </a:extLst>
            </p:cNvPr>
            <p:cNvSpPr txBox="1"/>
            <p:nvPr/>
          </p:nvSpPr>
          <p:spPr>
            <a:xfrm>
              <a:off x="408907" y="1398628"/>
              <a:ext cx="177298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b="1" dirty="0"/>
                <a:t>COMJSH</a:t>
              </a:r>
              <a:endParaRPr lang="ko-KR" altLang="en-US" sz="3000" b="1" dirty="0"/>
            </a:p>
          </p:txBody>
        </p:sp>
        <p:sp>
          <p:nvSpPr>
            <p:cNvPr id="38" name="말풍선: 사각형 37">
              <a:extLst>
                <a:ext uri="{FF2B5EF4-FFF2-40B4-BE49-F238E27FC236}">
                  <a16:creationId xmlns:a16="http://schemas.microsoft.com/office/drawing/2014/main" id="{ADCC385C-64C9-0692-2FD8-06D158EB8CCE}"/>
                </a:ext>
              </a:extLst>
            </p:cNvPr>
            <p:cNvSpPr/>
            <p:nvPr/>
          </p:nvSpPr>
          <p:spPr>
            <a:xfrm>
              <a:off x="2486844" y="1547813"/>
              <a:ext cx="304800" cy="228600"/>
            </a:xfrm>
            <a:prstGeom prst="wedgeRectCallou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FB8AF4E-4E15-BD46-CF6D-7C1BA785A56F}"/>
                </a:ext>
              </a:extLst>
            </p:cNvPr>
            <p:cNvSpPr txBox="1"/>
            <p:nvPr/>
          </p:nvSpPr>
          <p:spPr>
            <a:xfrm>
              <a:off x="2791644" y="1477447"/>
              <a:ext cx="9621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AI </a:t>
              </a:r>
              <a:r>
                <a:rPr lang="ko-KR" altLang="en-US" b="1" dirty="0"/>
                <a:t>채팅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FF781EF-C076-1BAE-1B60-229185025BDE}"/>
                </a:ext>
              </a:extLst>
            </p:cNvPr>
            <p:cNvSpPr txBox="1"/>
            <p:nvPr/>
          </p:nvSpPr>
          <p:spPr>
            <a:xfrm>
              <a:off x="3753767" y="1477447"/>
              <a:ext cx="5334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dirty="0"/>
                <a:t>🔍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0BC016B-9750-5B4E-FB42-C7D7AECB1455}"/>
                </a:ext>
              </a:extLst>
            </p:cNvPr>
            <p:cNvSpPr txBox="1"/>
            <p:nvPr/>
          </p:nvSpPr>
          <p:spPr>
            <a:xfrm>
              <a:off x="4058567" y="1477447"/>
              <a:ext cx="1423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AI </a:t>
              </a:r>
              <a:r>
                <a:rPr lang="ko-KR" altLang="en-US" b="1" dirty="0"/>
                <a:t>종목분석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AE287D31-2A00-B2FD-BCA4-B81C4893DB73}"/>
                </a:ext>
              </a:extLst>
            </p:cNvPr>
            <p:cNvSpPr/>
            <p:nvPr/>
          </p:nvSpPr>
          <p:spPr>
            <a:xfrm>
              <a:off x="7562849" y="1515546"/>
              <a:ext cx="792865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>
                  <a:solidFill>
                    <a:schemeClr val="tx1"/>
                  </a:solidFill>
                </a:rPr>
                <a:t>로그인</a:t>
              </a:r>
              <a:endParaRPr lang="ko-KR" alt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E90E9D0-3C9C-5272-A63F-E672D78B7B87}"/>
                </a:ext>
              </a:extLst>
            </p:cNvPr>
            <p:cNvSpPr txBox="1"/>
            <p:nvPr/>
          </p:nvSpPr>
          <p:spPr>
            <a:xfrm>
              <a:off x="3317189" y="3161526"/>
              <a:ext cx="2242922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000" b="1" dirty="0"/>
                <a:t>COMJSH</a:t>
              </a:r>
            </a:p>
            <a:p>
              <a:pPr algn="ctr"/>
              <a:endParaRPr lang="en-US" altLang="ko-KR" sz="3000" b="1" dirty="0"/>
            </a:p>
            <a:p>
              <a:pPr algn="ctr"/>
              <a:r>
                <a:rPr lang="ko-KR" altLang="en-US" sz="3000" b="1" dirty="0"/>
                <a:t>사이트 설명</a:t>
              </a:r>
            </a:p>
          </p:txBody>
        </p:sp>
      </p:grpSp>
      <p:sp>
        <p:nvSpPr>
          <p:cNvPr id="46" name="순서도: 연결자 45">
            <a:extLst>
              <a:ext uri="{FF2B5EF4-FFF2-40B4-BE49-F238E27FC236}">
                <a16:creationId xmlns:a16="http://schemas.microsoft.com/office/drawing/2014/main" id="{97094A71-6F33-ABEB-559F-EBC3B3B70C60}"/>
              </a:ext>
            </a:extLst>
          </p:cNvPr>
          <p:cNvSpPr/>
          <p:nvPr/>
        </p:nvSpPr>
        <p:spPr>
          <a:xfrm>
            <a:off x="2165586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2E2209A1-EA88-4906-D4FD-C64B611FCEDF}"/>
              </a:ext>
            </a:extLst>
          </p:cNvPr>
          <p:cNvSpPr/>
          <p:nvPr/>
        </p:nvSpPr>
        <p:spPr>
          <a:xfrm>
            <a:off x="4633150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815A0E4C-A25A-C3BC-D299-66A7BEDA417C}"/>
              </a:ext>
            </a:extLst>
          </p:cNvPr>
          <p:cNvSpPr/>
          <p:nvPr/>
        </p:nvSpPr>
        <p:spPr>
          <a:xfrm>
            <a:off x="630215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2BC5069B-D28B-866A-8E8E-1AC4781883FB}"/>
              </a:ext>
            </a:extLst>
          </p:cNvPr>
          <p:cNvSpPr/>
          <p:nvPr/>
        </p:nvSpPr>
        <p:spPr>
          <a:xfrm>
            <a:off x="10976186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9" name="순서도: 연결자 8">
            <a:extLst>
              <a:ext uri="{FF2B5EF4-FFF2-40B4-BE49-F238E27FC236}">
                <a16:creationId xmlns:a16="http://schemas.microsoft.com/office/drawing/2014/main" id="{6D34A528-D424-D969-3242-A1BB6E8AF84C}"/>
              </a:ext>
            </a:extLst>
          </p:cNvPr>
          <p:cNvSpPr/>
          <p:nvPr/>
        </p:nvSpPr>
        <p:spPr>
          <a:xfrm>
            <a:off x="6288193" y="532556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7921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9C4C6-7237-EB14-6C4A-C84050FA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53BBA54-A2EF-EE7B-85F2-022A8CAAB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FA03597-DF7E-F53A-125A-02B7B0D64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DC10943-1FC0-C229-63FC-965ADDD49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B82FD65-DB84-B58A-FB5B-839776F4B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3420B936-5247-5338-CA35-BB88E4752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39FF5373-A763-F1E5-31D0-B21A29072457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9709894-0A53-E0CB-1ABA-378C69191B12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로그인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화면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21ECF87-7AB3-1C05-94F0-919D5D46ED3C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97726139-352D-B580-7085-9CEBAB915628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24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ACDEFCE-F7C0-0497-1584-3F8D672FB0FB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C11E6F30-D61F-7A72-4151-7F4D1DFA8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9485E07C-B375-E286-94C1-D170C07AF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A2A2EFC9-FD79-807C-36FF-B10BEFD088C4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DB890037-2A91-C4A5-ADED-40EA831D3EF0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D08DF4C8-7D5E-7865-E997-712F546A1003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30C39CDD-99AC-287A-BEA7-D69B4CD352DF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C69090D7-5D24-88C5-7C46-49C8B9076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81CAFE97-0BB8-B5B4-8E0D-115C9EB12060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97A5A3B1-79BD-8C89-0426-2ED8CFA1365D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3257E876-AC04-411F-CFCE-7B7A84C516E1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3D0A2436-C995-6C74-95EE-259061A60B74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1B1ACE2-2429-AEC1-67E7-DFDF64F563CA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33375" y="1362075"/>
            <a:chExt cx="8210550" cy="48006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2818D6E-8C1A-72A3-E018-730DB167AAC0}"/>
                </a:ext>
              </a:extLst>
            </p:cNvPr>
            <p:cNvSpPr/>
            <p:nvPr/>
          </p:nvSpPr>
          <p:spPr>
            <a:xfrm>
              <a:off x="333375" y="1362075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22A1940-228B-3DAA-742D-7C84420820EF}"/>
                </a:ext>
              </a:extLst>
            </p:cNvPr>
            <p:cNvSpPr txBox="1"/>
            <p:nvPr/>
          </p:nvSpPr>
          <p:spPr>
            <a:xfrm>
              <a:off x="3552157" y="2713077"/>
              <a:ext cx="177298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b="1" dirty="0"/>
                <a:t>COMJSH</a:t>
              </a:r>
              <a:endParaRPr lang="ko-KR" altLang="en-US" sz="30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B88D4E1-02E0-E74F-9C22-8ACCE15AA27B}"/>
                </a:ext>
              </a:extLst>
            </p:cNvPr>
            <p:cNvSpPr txBox="1"/>
            <p:nvPr/>
          </p:nvSpPr>
          <p:spPr>
            <a:xfrm>
              <a:off x="2838784" y="3568901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이메일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F362460-1C3B-F14E-50E1-295DCD50C7C2}"/>
                </a:ext>
              </a:extLst>
            </p:cNvPr>
            <p:cNvSpPr txBox="1"/>
            <p:nvPr/>
          </p:nvSpPr>
          <p:spPr>
            <a:xfrm>
              <a:off x="2654236" y="3999783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비밀번호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FF1BDC0-6B8A-D169-6891-02319E6006E1}"/>
                </a:ext>
              </a:extLst>
            </p:cNvPr>
            <p:cNvSpPr/>
            <p:nvPr/>
          </p:nvSpPr>
          <p:spPr>
            <a:xfrm>
              <a:off x="3552157" y="3545443"/>
              <a:ext cx="2181892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C0AF3CA-AA0B-C95D-C3CC-DCF0A4DF361F}"/>
                </a:ext>
              </a:extLst>
            </p:cNvPr>
            <p:cNvSpPr/>
            <p:nvPr/>
          </p:nvSpPr>
          <p:spPr>
            <a:xfrm>
              <a:off x="3552156" y="3952875"/>
              <a:ext cx="2181893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607BF23-014F-3127-F23B-62464FEF808A}"/>
                </a:ext>
              </a:extLst>
            </p:cNvPr>
            <p:cNvSpPr/>
            <p:nvPr/>
          </p:nvSpPr>
          <p:spPr>
            <a:xfrm>
              <a:off x="5325143" y="4785240"/>
              <a:ext cx="770857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로그인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CAA425-0352-F6F1-DDC6-BF97CEED46D6}"/>
                </a:ext>
              </a:extLst>
            </p:cNvPr>
            <p:cNvSpPr txBox="1"/>
            <p:nvPr/>
          </p:nvSpPr>
          <p:spPr>
            <a:xfrm>
              <a:off x="3478360" y="4294912"/>
              <a:ext cx="239681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u="sng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회원가입</a:t>
              </a:r>
              <a:r>
                <a:rPr lang="en-US" altLang="ko-KR" sz="15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	 </a:t>
              </a:r>
              <a:r>
                <a:rPr lang="ko-KR" altLang="en-US" sz="1500" u="sng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비밀번호 찾기</a:t>
              </a:r>
            </a:p>
          </p:txBody>
        </p:sp>
      </p:grpSp>
      <p:sp>
        <p:nvSpPr>
          <p:cNvPr id="24" name="순서도: 연결자 23">
            <a:extLst>
              <a:ext uri="{FF2B5EF4-FFF2-40B4-BE49-F238E27FC236}">
                <a16:creationId xmlns:a16="http://schemas.microsoft.com/office/drawing/2014/main" id="{F13F9F72-220C-12BA-74DD-D2F3E3454A48}"/>
              </a:ext>
            </a:extLst>
          </p:cNvPr>
          <p:cNvSpPr/>
          <p:nvPr/>
        </p:nvSpPr>
        <p:spPr>
          <a:xfrm>
            <a:off x="5041189" y="5780274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4" name="순서도: 연결자 33">
            <a:extLst>
              <a:ext uri="{FF2B5EF4-FFF2-40B4-BE49-F238E27FC236}">
                <a16:creationId xmlns:a16="http://schemas.microsoft.com/office/drawing/2014/main" id="{EE7DFABB-05F2-EEE8-977C-EFA70165E581}"/>
              </a:ext>
            </a:extLst>
          </p:cNvPr>
          <p:cNvSpPr/>
          <p:nvPr/>
        </p:nvSpPr>
        <p:spPr>
          <a:xfrm>
            <a:off x="4765630" y="6451337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5" name="순서도: 연결자 34">
            <a:extLst>
              <a:ext uri="{FF2B5EF4-FFF2-40B4-BE49-F238E27FC236}">
                <a16:creationId xmlns:a16="http://schemas.microsoft.com/office/drawing/2014/main" id="{7DB29215-7986-8FA7-F042-D1E20FDBDBF9}"/>
              </a:ext>
            </a:extLst>
          </p:cNvPr>
          <p:cNvSpPr/>
          <p:nvPr/>
        </p:nvSpPr>
        <p:spPr>
          <a:xfrm>
            <a:off x="6137301" y="7256905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F6846003-747B-D7FC-DB38-2B18FA12D1A3}"/>
              </a:ext>
            </a:extLst>
          </p:cNvPr>
          <p:cNvSpPr/>
          <p:nvPr/>
        </p:nvSpPr>
        <p:spPr>
          <a:xfrm>
            <a:off x="7245796" y="7256905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7" name="순서도: 연결자 36">
            <a:extLst>
              <a:ext uri="{FF2B5EF4-FFF2-40B4-BE49-F238E27FC236}">
                <a16:creationId xmlns:a16="http://schemas.microsoft.com/office/drawing/2014/main" id="{65208BFD-46CB-DBD1-7A3D-CAB9F2B5D433}"/>
              </a:ext>
            </a:extLst>
          </p:cNvPr>
          <p:cNvSpPr/>
          <p:nvPr/>
        </p:nvSpPr>
        <p:spPr>
          <a:xfrm>
            <a:off x="9548644" y="7284292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8" name="순서도: 연결자 37">
            <a:extLst>
              <a:ext uri="{FF2B5EF4-FFF2-40B4-BE49-F238E27FC236}">
                <a16:creationId xmlns:a16="http://schemas.microsoft.com/office/drawing/2014/main" id="{99669212-7CFA-04DF-153F-02982977F620}"/>
              </a:ext>
            </a:extLst>
          </p:cNvPr>
          <p:cNvSpPr/>
          <p:nvPr/>
        </p:nvSpPr>
        <p:spPr>
          <a:xfrm>
            <a:off x="5969541" y="47377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8792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EF9CA-8369-7D3A-FD9F-F2CFAD54E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04C4793-72D1-5DE4-EBF4-180815EA4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6AB25EB-C377-240E-AB98-CFC375CDC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EC1003B-6118-8C58-5A69-3E252F3C9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73CB7E6-8831-D4B7-FE41-79BC5A6F7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A7FE7BD1-16CC-3996-87F0-3F64D78286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1C5F54AF-CC39-AE99-9B01-88B03378C818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1FB744F-80E4-C4EC-2103-61A3025AFADA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초기 </a:t>
            </a:r>
            <a:r>
              <a:rPr lang="ko-KR" altLang="en-US" sz="2500" spc="-100" dirty="0" err="1">
                <a:solidFill>
                  <a:srgbClr val="747EA7"/>
                </a:solidFill>
                <a:latin typeface="Pretendard Regular"/>
                <a:ea typeface="Pretendard Regular"/>
              </a:rPr>
              <a:t>메인화면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로그인 후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)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 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CF63AF4-B325-C189-4054-F97FBD8E3B33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477EBF5E-E945-93AF-7301-8D22C8AF6461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25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55FF03F-3325-90EE-5865-E96E284C54BE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2477E358-D336-C49A-3727-002AF76D4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5CCA5502-474C-EAE7-9DAF-056870CED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AD188DE8-B91C-84EA-D9F5-01C31E4FCB1D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EB6F2887-F0CD-9EDA-C5A5-F7700976F9A5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A4ABCB95-1C40-071E-4F25-7D6DA805B3F2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EF4CF0A4-111A-5C1A-10AD-24D0B157AA8C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CA0BEA40-93E7-E277-D7E8-5BA4F343C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7B74692B-9CF1-DA5F-7F27-AC1D1F71C77C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396264E4-AE57-7DCA-E10B-FA4702D0A9F0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F3DA5681-83B5-9013-002E-219798FED159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BE51B9A6-567D-2F27-FEB6-8BD64DFD5FA9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638816B-69A4-A882-1063-BB39D3F5D607}"/>
              </a:ext>
            </a:extLst>
          </p:cNvPr>
          <p:cNvGrpSpPr/>
          <p:nvPr/>
        </p:nvGrpSpPr>
        <p:grpSpPr>
          <a:xfrm>
            <a:off x="2520000" y="2950442"/>
            <a:ext cx="10260000" cy="6588000"/>
            <a:chOff x="333375" y="1357849"/>
            <a:chExt cx="8210550" cy="4804826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07907B-5D83-92A1-AC09-0285A4E4CFF4}"/>
                </a:ext>
              </a:extLst>
            </p:cNvPr>
            <p:cNvSpPr/>
            <p:nvPr/>
          </p:nvSpPr>
          <p:spPr>
            <a:xfrm>
              <a:off x="333375" y="1362075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86891DC-7B22-8C07-7FB0-7436080A16B3}"/>
                </a:ext>
              </a:extLst>
            </p:cNvPr>
            <p:cNvGrpSpPr/>
            <p:nvPr/>
          </p:nvGrpSpPr>
          <p:grpSpPr>
            <a:xfrm>
              <a:off x="333375" y="1357849"/>
              <a:ext cx="8210550" cy="608528"/>
              <a:chOff x="333375" y="1357849"/>
              <a:chExt cx="8210550" cy="60852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FE841728-98BA-CD87-EFBA-E8258D0361A4}"/>
                  </a:ext>
                </a:extLst>
              </p:cNvPr>
              <p:cNvSpPr/>
              <p:nvPr/>
            </p:nvSpPr>
            <p:spPr>
              <a:xfrm>
                <a:off x="333375" y="1357849"/>
                <a:ext cx="8210550" cy="60852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ECFD2D-E8A0-6E7E-EB36-3AABDEB7CB9C}"/>
                  </a:ext>
                </a:extLst>
              </p:cNvPr>
              <p:cNvSpPr txBox="1"/>
              <p:nvPr/>
            </p:nvSpPr>
            <p:spPr>
              <a:xfrm>
                <a:off x="408907" y="1398628"/>
                <a:ext cx="177298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000" b="1" dirty="0"/>
                  <a:t>COMJSH</a:t>
                </a:r>
                <a:endParaRPr lang="ko-KR" altLang="en-US" sz="3000" b="1" dirty="0"/>
              </a:p>
            </p:txBody>
          </p:sp>
          <p:sp>
            <p:nvSpPr>
              <p:cNvPr id="10" name="말풍선: 사각형 9">
                <a:extLst>
                  <a:ext uri="{FF2B5EF4-FFF2-40B4-BE49-F238E27FC236}">
                    <a16:creationId xmlns:a16="http://schemas.microsoft.com/office/drawing/2014/main" id="{D9F393E3-AA38-4752-2CA7-DD8F39D64A30}"/>
                  </a:ext>
                </a:extLst>
              </p:cNvPr>
              <p:cNvSpPr/>
              <p:nvPr/>
            </p:nvSpPr>
            <p:spPr>
              <a:xfrm>
                <a:off x="2486844" y="1547813"/>
                <a:ext cx="304800" cy="228600"/>
              </a:xfrm>
              <a:prstGeom prst="wedgeRectCallou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5BC028-D3F3-B180-7D58-DE959C9AA2F6}"/>
                  </a:ext>
                </a:extLst>
              </p:cNvPr>
              <p:cNvSpPr txBox="1"/>
              <p:nvPr/>
            </p:nvSpPr>
            <p:spPr>
              <a:xfrm>
                <a:off x="2791644" y="1477447"/>
                <a:ext cx="9621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/>
                  <a:t>AI </a:t>
                </a:r>
                <a:r>
                  <a:rPr lang="ko-KR" altLang="en-US" b="1" dirty="0"/>
                  <a:t>채팅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124CC9-5EF9-A771-10F6-6D4C490730C8}"/>
                  </a:ext>
                </a:extLst>
              </p:cNvPr>
              <p:cNvSpPr txBox="1"/>
              <p:nvPr/>
            </p:nvSpPr>
            <p:spPr>
              <a:xfrm>
                <a:off x="3753767" y="1477447"/>
                <a:ext cx="533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/>
                  <a:t>🔍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97F9047-CE70-A7A7-962C-4B1041D37B9F}"/>
                  </a:ext>
                </a:extLst>
              </p:cNvPr>
              <p:cNvSpPr txBox="1"/>
              <p:nvPr/>
            </p:nvSpPr>
            <p:spPr>
              <a:xfrm>
                <a:off x="4058567" y="1477447"/>
                <a:ext cx="14237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/>
                  <a:t>AI </a:t>
                </a:r>
                <a:r>
                  <a:rPr lang="ko-KR" altLang="en-US" b="1" dirty="0"/>
                  <a:t>종목분석</a:t>
                </a: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026C6D22-BF9A-CCFC-84A0-019DC9687EFC}"/>
                  </a:ext>
                </a:extLst>
              </p:cNvPr>
              <p:cNvSpPr/>
              <p:nvPr/>
            </p:nvSpPr>
            <p:spPr>
              <a:xfrm>
                <a:off x="7369543" y="1515546"/>
                <a:ext cx="986172" cy="29313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>
                    <a:solidFill>
                      <a:schemeClr val="tx1"/>
                    </a:solidFill>
                  </a:rPr>
                  <a:t>로그아웃</a:t>
                </a:r>
                <a:endParaRPr lang="ko-KR" altLang="en-US" sz="15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1CE9709D-E4E7-4079-0ACA-DB114B2415ED}"/>
                  </a:ext>
                </a:extLst>
              </p:cNvPr>
              <p:cNvSpPr/>
              <p:nvPr/>
            </p:nvSpPr>
            <p:spPr>
              <a:xfrm>
                <a:off x="6600825" y="1515546"/>
                <a:ext cx="601908" cy="29313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>
                    <a:solidFill>
                      <a:schemeClr val="tx1"/>
                    </a:solidFill>
                  </a:rPr>
                  <a:t>설정</a:t>
                </a:r>
                <a:endParaRPr lang="ko-KR" altLang="en-US" sz="15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DCA9A94-8126-AE2E-B5E5-E463A6CF7B7C}"/>
                </a:ext>
              </a:extLst>
            </p:cNvPr>
            <p:cNvSpPr txBox="1"/>
            <p:nvPr/>
          </p:nvSpPr>
          <p:spPr>
            <a:xfrm>
              <a:off x="3317189" y="3161526"/>
              <a:ext cx="2242922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000" b="1" dirty="0"/>
                <a:t>COMJSH</a:t>
              </a:r>
            </a:p>
            <a:p>
              <a:pPr algn="ctr"/>
              <a:endParaRPr lang="en-US" altLang="ko-KR" sz="3000" b="1" dirty="0"/>
            </a:p>
            <a:p>
              <a:pPr algn="ctr"/>
              <a:r>
                <a:rPr lang="ko-KR" altLang="en-US" sz="3000" b="1" dirty="0"/>
                <a:t>사이트 설명</a:t>
              </a:r>
            </a:p>
          </p:txBody>
        </p:sp>
      </p:grp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4550012A-5C8A-6DE4-AC08-3D82EE1FD1C7}"/>
              </a:ext>
            </a:extLst>
          </p:cNvPr>
          <p:cNvSpPr/>
          <p:nvPr/>
        </p:nvSpPr>
        <p:spPr>
          <a:xfrm>
            <a:off x="2165586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9A428331-7FBA-0296-B300-C7A3E63DF800}"/>
              </a:ext>
            </a:extLst>
          </p:cNvPr>
          <p:cNvSpPr/>
          <p:nvPr/>
        </p:nvSpPr>
        <p:spPr>
          <a:xfrm>
            <a:off x="4633150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2" name="순서도: 연결자 41">
            <a:extLst>
              <a:ext uri="{FF2B5EF4-FFF2-40B4-BE49-F238E27FC236}">
                <a16:creationId xmlns:a16="http://schemas.microsoft.com/office/drawing/2014/main" id="{25E47B7B-B565-3079-6FB2-E1481EEEDD78}"/>
              </a:ext>
            </a:extLst>
          </p:cNvPr>
          <p:cNvSpPr/>
          <p:nvPr/>
        </p:nvSpPr>
        <p:spPr>
          <a:xfrm>
            <a:off x="630215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3" name="순서도: 연결자 42">
            <a:extLst>
              <a:ext uri="{FF2B5EF4-FFF2-40B4-BE49-F238E27FC236}">
                <a16:creationId xmlns:a16="http://schemas.microsoft.com/office/drawing/2014/main" id="{B2F97B84-4FC8-1526-2169-6559876C76C9}"/>
              </a:ext>
            </a:extLst>
          </p:cNvPr>
          <p:cNvSpPr/>
          <p:nvPr/>
        </p:nvSpPr>
        <p:spPr>
          <a:xfrm>
            <a:off x="9957542" y="2745098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4" name="순서도: 연결자 43">
            <a:extLst>
              <a:ext uri="{FF2B5EF4-FFF2-40B4-BE49-F238E27FC236}">
                <a16:creationId xmlns:a16="http://schemas.microsoft.com/office/drawing/2014/main" id="{C284E97B-01A2-D3DD-1A4E-DE33989599E2}"/>
              </a:ext>
            </a:extLst>
          </p:cNvPr>
          <p:cNvSpPr/>
          <p:nvPr/>
        </p:nvSpPr>
        <p:spPr>
          <a:xfrm>
            <a:off x="1107728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50" name="순서도: 연결자 49">
            <a:extLst>
              <a:ext uri="{FF2B5EF4-FFF2-40B4-BE49-F238E27FC236}">
                <a16:creationId xmlns:a16="http://schemas.microsoft.com/office/drawing/2014/main" id="{112A467A-EA71-E6D9-E8F3-7BF57654A907}"/>
              </a:ext>
            </a:extLst>
          </p:cNvPr>
          <p:cNvSpPr/>
          <p:nvPr/>
        </p:nvSpPr>
        <p:spPr>
          <a:xfrm>
            <a:off x="6302158" y="4978199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6452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1E312-9D2B-931E-C80C-4C3B49138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49C02B4-C391-0909-4392-D0A92B84D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49BB72F-93B1-9756-3F97-E5599A126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EE5084E-1664-D58F-3FE3-D69D7A111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0FBF7F3-15DE-CFBE-C654-5F6532EBA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D25AB4A6-1773-5E4D-708B-CE3B22AE4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2F1760A3-5CFE-DF6D-F77C-AD738450A883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6135DB7-8D3F-5A9A-68DB-8EE4D3BCD482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 회원 가입 화면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(1)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700654-39BF-4924-1A77-0DD251D918F1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CA7D970C-05E7-5850-2B26-57E216296596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26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6B02A26-7190-B1AC-9E42-A5DC335A425F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F4321E66-7806-F6AC-4931-ACC79F577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6B8E49E4-3146-1C98-CF71-CCF49C411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B3BF0971-71BE-4564-0CA1-0758A9FEE2C5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BF77B671-4EB3-DF72-81A3-AB2377F65BFB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9810D76C-80F7-E379-AFAC-4CE8BB16109E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F41BBFB1-1ABF-C5C4-1131-B4D5950CBEEE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78AF7A5D-EFE7-FA3B-249B-36F1AC6D3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45A1635B-7252-32FC-6B6C-3DA69D9A990B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95924C69-E882-55B0-B175-F9B7EE5B3E2D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79B468BD-D651-2A46-8B94-D4A56D2CE863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6EAC43EB-38D3-BDCB-3E65-4C476E133784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55B607F-CF40-EB4E-EEC7-6DB6489BB1FE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42900" y="1038225"/>
            <a:chExt cx="8210550" cy="55816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78168F8-CB4E-A819-40B7-FD26590E8D0C}"/>
                </a:ext>
              </a:extLst>
            </p:cNvPr>
            <p:cNvSpPr/>
            <p:nvPr/>
          </p:nvSpPr>
          <p:spPr>
            <a:xfrm>
              <a:off x="342900" y="1038225"/>
              <a:ext cx="8210550" cy="558164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E9FD30-3A60-BA11-0370-1E575C385403}"/>
                </a:ext>
              </a:extLst>
            </p:cNvPr>
            <p:cNvSpPr txBox="1"/>
            <p:nvPr/>
          </p:nvSpPr>
          <p:spPr>
            <a:xfrm>
              <a:off x="3552157" y="1627227"/>
              <a:ext cx="1723549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000" b="1" dirty="0"/>
                <a:t>회원가입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6AB905-1AC5-F7F7-919F-6F2627BCC1E8}"/>
                </a:ext>
              </a:extLst>
            </p:cNvPr>
            <p:cNvSpPr txBox="1"/>
            <p:nvPr/>
          </p:nvSpPr>
          <p:spPr>
            <a:xfrm>
              <a:off x="2472842" y="2585561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이메일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1B0B0CA-8389-799A-01DB-DD81F2021C34}"/>
                </a:ext>
              </a:extLst>
            </p:cNvPr>
            <p:cNvSpPr/>
            <p:nvPr/>
          </p:nvSpPr>
          <p:spPr>
            <a:xfrm>
              <a:off x="3190207" y="2623661"/>
              <a:ext cx="2905793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88BACB8-0260-BD18-F899-71CC1AFF1986}"/>
                </a:ext>
              </a:extLst>
            </p:cNvPr>
            <p:cNvSpPr txBox="1"/>
            <p:nvPr/>
          </p:nvSpPr>
          <p:spPr>
            <a:xfrm>
              <a:off x="2289905" y="3143625"/>
              <a:ext cx="935717" cy="309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비밀번호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594F5EE-C805-81F7-FEDF-374F2F279BF8}"/>
                </a:ext>
              </a:extLst>
            </p:cNvPr>
            <p:cNvSpPr/>
            <p:nvPr/>
          </p:nvSpPr>
          <p:spPr>
            <a:xfrm>
              <a:off x="3190208" y="3097768"/>
              <a:ext cx="2905792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5EA119C-3838-D1D6-05A8-E0FC1682A589}"/>
                </a:ext>
              </a:extLst>
            </p:cNvPr>
            <p:cNvSpPr txBox="1"/>
            <p:nvPr/>
          </p:nvSpPr>
          <p:spPr>
            <a:xfrm>
              <a:off x="1869281" y="3625108"/>
              <a:ext cx="1320925" cy="309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비밀번호 확인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D645C3E-91E2-F77D-7A19-98C220E82F0F}"/>
                </a:ext>
              </a:extLst>
            </p:cNvPr>
            <p:cNvSpPr/>
            <p:nvPr/>
          </p:nvSpPr>
          <p:spPr>
            <a:xfrm>
              <a:off x="3190208" y="3606879"/>
              <a:ext cx="2905792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1114533-9512-56D3-E81E-C34931B0C356}"/>
                </a:ext>
              </a:extLst>
            </p:cNvPr>
            <p:cNvSpPr txBox="1"/>
            <p:nvPr/>
          </p:nvSpPr>
          <p:spPr>
            <a:xfrm>
              <a:off x="1968807" y="4123372"/>
              <a:ext cx="16626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OPENAI API</a:t>
              </a:r>
              <a:r>
                <a:rPr lang="ko-KR" altLang="en-US" dirty="0"/>
                <a:t>키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03F032-D7EE-ACDF-0989-4B276FBEF6FD}"/>
                </a:ext>
              </a:extLst>
            </p:cNvPr>
            <p:cNvSpPr/>
            <p:nvPr/>
          </p:nvSpPr>
          <p:spPr>
            <a:xfrm>
              <a:off x="3190208" y="4161472"/>
              <a:ext cx="2905792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B7BF959-7188-D71A-D038-56114E63E96C}"/>
                </a:ext>
              </a:extLst>
            </p:cNvPr>
            <p:cNvSpPr txBox="1"/>
            <p:nvPr/>
          </p:nvSpPr>
          <p:spPr>
            <a:xfrm>
              <a:off x="2472842" y="4700348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닉네임</a:t>
              </a:r>
              <a:endParaRPr lang="ko-KR" altLang="en-US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0782373-7D53-B5DF-2B24-A7BBA553DBD4}"/>
                </a:ext>
              </a:extLst>
            </p:cNvPr>
            <p:cNvSpPr/>
            <p:nvPr/>
          </p:nvSpPr>
          <p:spPr>
            <a:xfrm>
              <a:off x="3190208" y="4715470"/>
              <a:ext cx="2905792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64D9808-A1D2-1D6D-ADD9-D78E37F2BBE3}"/>
                </a:ext>
              </a:extLst>
            </p:cNvPr>
            <p:cNvSpPr/>
            <p:nvPr/>
          </p:nvSpPr>
          <p:spPr>
            <a:xfrm>
              <a:off x="5612773" y="5269468"/>
              <a:ext cx="966454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>
                  <a:solidFill>
                    <a:schemeClr val="tx1"/>
                  </a:solidFill>
                </a:rPr>
                <a:t>가입하기</a:t>
              </a:r>
              <a:endParaRPr lang="ko-KR" altLang="en-US" sz="1500" dirty="0">
                <a:solidFill>
                  <a:schemeClr val="tx1"/>
                </a:solidFill>
              </a:endParaRPr>
            </a:p>
          </p:txBody>
        </p:sp>
      </p:grpSp>
      <p:sp>
        <p:nvSpPr>
          <p:cNvPr id="38" name="순서도: 연결자 37">
            <a:extLst>
              <a:ext uri="{FF2B5EF4-FFF2-40B4-BE49-F238E27FC236}">
                <a16:creationId xmlns:a16="http://schemas.microsoft.com/office/drawing/2014/main" id="{1B93BCBA-785B-4DF3-EE72-D2D78759939B}"/>
              </a:ext>
            </a:extLst>
          </p:cNvPr>
          <p:cNvSpPr/>
          <p:nvPr/>
        </p:nvSpPr>
        <p:spPr>
          <a:xfrm>
            <a:off x="4258086" y="459956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9" name="순서도: 연결자 38">
            <a:extLst>
              <a:ext uri="{FF2B5EF4-FFF2-40B4-BE49-F238E27FC236}">
                <a16:creationId xmlns:a16="http://schemas.microsoft.com/office/drawing/2014/main" id="{17632366-F765-37A4-9B93-AFD5DE8B66FC}"/>
              </a:ext>
            </a:extLst>
          </p:cNvPr>
          <p:cNvSpPr/>
          <p:nvPr/>
        </p:nvSpPr>
        <p:spPr>
          <a:xfrm>
            <a:off x="4388800" y="5286423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0" name="순서도: 연결자 39">
            <a:extLst>
              <a:ext uri="{FF2B5EF4-FFF2-40B4-BE49-F238E27FC236}">
                <a16:creationId xmlns:a16="http://schemas.microsoft.com/office/drawing/2014/main" id="{019F0DF9-042D-622A-A8FE-8BB74E263C39}"/>
              </a:ext>
            </a:extLst>
          </p:cNvPr>
          <p:cNvSpPr/>
          <p:nvPr/>
        </p:nvSpPr>
        <p:spPr>
          <a:xfrm>
            <a:off x="3863184" y="5878903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3D73B10E-DFF9-AD8F-DDB0-E1D4647092A1}"/>
              </a:ext>
            </a:extLst>
          </p:cNvPr>
          <p:cNvSpPr/>
          <p:nvPr/>
        </p:nvSpPr>
        <p:spPr>
          <a:xfrm>
            <a:off x="4006533" y="6548783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2" name="순서도: 연결자 41">
            <a:extLst>
              <a:ext uri="{FF2B5EF4-FFF2-40B4-BE49-F238E27FC236}">
                <a16:creationId xmlns:a16="http://schemas.microsoft.com/office/drawing/2014/main" id="{4161E413-516C-B087-8C41-D73C71B3B517}"/>
              </a:ext>
            </a:extLst>
          </p:cNvPr>
          <p:cNvSpPr/>
          <p:nvPr/>
        </p:nvSpPr>
        <p:spPr>
          <a:xfrm>
            <a:off x="4616133" y="719671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44" name="순서도: 연결자 43">
            <a:extLst>
              <a:ext uri="{FF2B5EF4-FFF2-40B4-BE49-F238E27FC236}">
                <a16:creationId xmlns:a16="http://schemas.microsoft.com/office/drawing/2014/main" id="{EEA9DEAF-A6DD-C8CF-F89C-7561394D38C6}"/>
              </a:ext>
            </a:extLst>
          </p:cNvPr>
          <p:cNvSpPr/>
          <p:nvPr/>
        </p:nvSpPr>
        <p:spPr>
          <a:xfrm>
            <a:off x="8495695" y="7843354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79C1AADB-A3B3-D33C-BD61-8B9F264007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9141" y="3764798"/>
            <a:ext cx="2514951" cy="666843"/>
          </a:xfrm>
          <a:prstGeom prst="rect">
            <a:avLst/>
          </a:prstGeom>
        </p:spPr>
      </p:pic>
      <p:sp>
        <p:nvSpPr>
          <p:cNvPr id="47" name="순서도: 연결자 46">
            <a:extLst>
              <a:ext uri="{FF2B5EF4-FFF2-40B4-BE49-F238E27FC236}">
                <a16:creationId xmlns:a16="http://schemas.microsoft.com/office/drawing/2014/main" id="{E85F6312-F1E3-5851-4062-DC66945B3E50}"/>
              </a:ext>
            </a:extLst>
          </p:cNvPr>
          <p:cNvSpPr/>
          <p:nvPr/>
        </p:nvSpPr>
        <p:spPr>
          <a:xfrm>
            <a:off x="9299110" y="338484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6794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2D988-4464-4CBC-82E8-BDDCEAE64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BD02EEC-245A-C645-CBB5-B11E30780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6F8779F-833D-32C8-ECFF-AEB3222DA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2A62905-69C0-42FD-5690-7B0C6AFCC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93EDAA3-14AA-86EC-54DC-89DC0AA56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4325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1B7EFA3A-0F0D-3EF0-088F-1B3D915B94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F069A960-17BA-EB88-458F-9924A86170A2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0AA9AC2-3F46-EA39-EFD7-8B3C25D3CEEB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회원 가입 화면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(2)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5A0AD9E-A04D-E7ED-C263-36CD160C07D8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2C0BAA35-F868-31CF-BED6-C8A84B7754EB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27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FC8ED98-317E-665D-5AB1-8538CEF69427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2031A10E-6493-ACA8-9861-60A448797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6AF654A8-51E4-A987-E055-4987819E1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18E47B28-82A3-175C-3B96-3556324B05CD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47B26EE0-2DAD-644E-E332-0DBBF6E1DA4A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9E55D9E0-5483-E68D-36CD-BB2FC11444B6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D3B7A623-52E1-BC9D-D458-3C88CAEBCC96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6A508643-E6CF-DA0D-3CBF-196934B2F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C43B1045-1388-2D62-9033-BF6C9BA6DDEB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FF277F90-0616-0CD5-197E-5D9F27DFCE78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725ED267-3A28-EEF2-07F7-648EC3607906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CCCB1ACF-918A-C486-2706-4586AA7C9F0A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0DB497B-F013-A0E5-2F33-F8853FC56B6C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88924" y="1552574"/>
            <a:chExt cx="8210550" cy="48006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2E129AB-D36B-5262-3388-C013675A113C}"/>
                </a:ext>
              </a:extLst>
            </p:cNvPr>
            <p:cNvSpPr/>
            <p:nvPr/>
          </p:nvSpPr>
          <p:spPr>
            <a:xfrm>
              <a:off x="388924" y="1552574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8232344-11AA-0F25-53BD-BD67E32F7E30}"/>
                </a:ext>
              </a:extLst>
            </p:cNvPr>
            <p:cNvSpPr txBox="1"/>
            <p:nvPr/>
          </p:nvSpPr>
          <p:spPr>
            <a:xfrm>
              <a:off x="3427421" y="3000965"/>
              <a:ext cx="2133554" cy="8984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3000" b="1" dirty="0"/>
                <a:t>계정 생성 완료</a:t>
              </a:r>
              <a:endParaRPr lang="en-US" altLang="ko-KR" sz="3000" b="1" dirty="0"/>
            </a:p>
            <a:p>
              <a:pPr algn="ctr"/>
              <a:endParaRPr lang="en-US" altLang="ko-KR" sz="1500" dirty="0"/>
            </a:p>
            <a:p>
              <a:pPr algn="ctr"/>
              <a:r>
                <a:rPr lang="ko-KR" altLang="en-US" sz="1500" dirty="0"/>
                <a:t>환영합니다</a:t>
              </a:r>
              <a:r>
                <a:rPr lang="en-US" altLang="ko-KR" sz="1500" dirty="0"/>
                <a:t>! </a:t>
              </a:r>
              <a:r>
                <a:rPr lang="ko-KR" altLang="en-US" sz="1500" dirty="0"/>
                <a:t>○○○님</a:t>
              </a:r>
              <a:endParaRPr lang="en-US" altLang="ko-KR" sz="1500" dirty="0"/>
            </a:p>
            <a:p>
              <a:pPr algn="ctr"/>
              <a:r>
                <a:rPr lang="ko-KR" altLang="en-US" sz="1500" dirty="0"/>
                <a:t>계정 생성이 완료되었습니다</a:t>
              </a:r>
              <a:r>
                <a:rPr lang="en-US" altLang="ko-KR" sz="1500" dirty="0"/>
                <a:t>.</a:t>
              </a:r>
              <a:endParaRPr lang="ko-KR" altLang="en-US" sz="15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08B59CC-F13D-7B33-9D44-C1EFAAF56E33}"/>
                </a:ext>
              </a:extLst>
            </p:cNvPr>
            <p:cNvSpPr/>
            <p:nvPr/>
          </p:nvSpPr>
          <p:spPr>
            <a:xfrm>
              <a:off x="3963068" y="4530503"/>
              <a:ext cx="1018507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>
                  <a:solidFill>
                    <a:schemeClr val="tx1"/>
                  </a:solidFill>
                </a:rPr>
                <a:t>시작하기</a:t>
              </a:r>
              <a:endParaRPr lang="ko-KR" altLang="en-US" sz="15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E07A1FCA-ABDD-5B4B-EDA1-DAC189BF3FCA}"/>
              </a:ext>
            </a:extLst>
          </p:cNvPr>
          <p:cNvSpPr/>
          <p:nvPr/>
        </p:nvSpPr>
        <p:spPr>
          <a:xfrm>
            <a:off x="8534400" y="5323817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2" name="순서도: 연결자 11">
            <a:extLst>
              <a:ext uri="{FF2B5EF4-FFF2-40B4-BE49-F238E27FC236}">
                <a16:creationId xmlns:a16="http://schemas.microsoft.com/office/drawing/2014/main" id="{BB4CA9AE-2CAF-1E89-A42E-61F82FFAF4F1}"/>
              </a:ext>
            </a:extLst>
          </p:cNvPr>
          <p:cNvSpPr/>
          <p:nvPr/>
        </p:nvSpPr>
        <p:spPr>
          <a:xfrm>
            <a:off x="6549092" y="6685957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2060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0E7CE-CD4E-4AA1-CBC9-29B3DC57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1D86063-BF84-4BC9-3FBB-52ED2DEAC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1558C0C-32B6-BB94-AEC2-FD4FC6DB7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355C850-40F4-01C2-097D-8DB2AC02D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54B97A7-2E72-282F-6131-89E188EBD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AE2E356D-E1DF-438B-CA42-47459E14F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284D9430-134C-4191-B8A5-16B0714889DF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A187B48-A139-1E25-058A-FE50408D5622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회원정보 수정 화면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3B6AB10F-6305-E0B4-E839-6DE6FEAC5E15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17FAA465-08EA-3577-FEEB-3C40D040F484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28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CEEE861-5CF6-5705-C5FB-9F48939B828D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13EFCB0F-1EDF-0F7D-C764-464280A68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CD648DCF-96DD-A6F3-904B-A19C4F709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F8B71E2C-25B3-0223-2EFD-5007D5206062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2B00CD80-7E01-4922-8922-25A64768BBFC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5B05BE81-3C72-3FCF-B4BF-93DB9C7477F1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6F522EDC-FCB3-0CFF-9937-1B89B0407A24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5BA6F787-12E4-E90E-79B5-12E9AB02E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A928DE50-01C8-D327-8789-8B2ACA290AE5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2A14F04D-1E5C-5F07-DE02-C3FF07795195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C2822039-0D95-F6D5-21E6-CEB161D79205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229762D5-7E28-B6DF-36C7-117C60ABCF05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37F03D8-8A58-0CA6-FC1D-D43ED670A9CC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00615" y="1335795"/>
            <a:chExt cx="8210550" cy="48006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7AA1D80-1353-FDCA-F34F-3B90B1B4412E}"/>
                </a:ext>
              </a:extLst>
            </p:cNvPr>
            <p:cNvSpPr/>
            <p:nvPr/>
          </p:nvSpPr>
          <p:spPr>
            <a:xfrm>
              <a:off x="300615" y="1335795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CA9134-1BBF-19B2-E16D-A32483F4D824}"/>
                </a:ext>
              </a:extLst>
            </p:cNvPr>
            <p:cNvSpPr txBox="1"/>
            <p:nvPr/>
          </p:nvSpPr>
          <p:spPr>
            <a:xfrm>
              <a:off x="3406510" y="1734319"/>
              <a:ext cx="2064284" cy="399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3000" b="1" dirty="0"/>
                <a:t>회원정보 수정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0C12CC6-4B5E-5C40-3970-A0DEDFCADD3E}"/>
              </a:ext>
            </a:extLst>
          </p:cNvPr>
          <p:cNvSpPr txBox="1"/>
          <p:nvPr/>
        </p:nvSpPr>
        <p:spPr>
          <a:xfrm>
            <a:off x="4505384" y="5247253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비밀번호 변경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67D41E-E825-4FD6-6156-ED49A1B004EF}"/>
              </a:ext>
            </a:extLst>
          </p:cNvPr>
          <p:cNvSpPr txBox="1"/>
          <p:nvPr/>
        </p:nvSpPr>
        <p:spPr>
          <a:xfrm>
            <a:off x="4455675" y="6156868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비밀번호 확인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5AC7369-AD97-27BE-6FE8-3E2E8B22C17C}"/>
              </a:ext>
            </a:extLst>
          </p:cNvPr>
          <p:cNvSpPr/>
          <p:nvPr/>
        </p:nvSpPr>
        <p:spPr>
          <a:xfrm>
            <a:off x="4616499" y="5622815"/>
            <a:ext cx="5447576" cy="4066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49987DE-6D8A-4A5B-0964-BEF5DFFC98A9}"/>
              </a:ext>
            </a:extLst>
          </p:cNvPr>
          <p:cNvSpPr/>
          <p:nvPr/>
        </p:nvSpPr>
        <p:spPr>
          <a:xfrm>
            <a:off x="8267700" y="7259156"/>
            <a:ext cx="1796451" cy="40667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비밀번호 변경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E9B88B9-F0DA-EA4A-C0E7-D23233CAA907}"/>
              </a:ext>
            </a:extLst>
          </p:cNvPr>
          <p:cNvSpPr/>
          <p:nvPr/>
        </p:nvSpPr>
        <p:spPr>
          <a:xfrm>
            <a:off x="4616500" y="6565630"/>
            <a:ext cx="5447575" cy="4066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210047-516C-CC8B-CCD5-DAA94AFE80AB}"/>
              </a:ext>
            </a:extLst>
          </p:cNvPr>
          <p:cNvSpPr txBox="1"/>
          <p:nvPr/>
        </p:nvSpPr>
        <p:spPr>
          <a:xfrm>
            <a:off x="4505384" y="4316968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현재 비밀번호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0AAEA60-7E0E-410D-B20F-9858F65D7ECA}"/>
              </a:ext>
            </a:extLst>
          </p:cNvPr>
          <p:cNvSpPr/>
          <p:nvPr/>
        </p:nvSpPr>
        <p:spPr>
          <a:xfrm>
            <a:off x="4616499" y="4676088"/>
            <a:ext cx="5447576" cy="4066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013FA408-6B8E-2060-7AC8-2E58FA2B05C8}"/>
              </a:ext>
            </a:extLst>
          </p:cNvPr>
          <p:cNvSpPr/>
          <p:nvPr/>
        </p:nvSpPr>
        <p:spPr>
          <a:xfrm>
            <a:off x="7890900" y="7207015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21667D-3CC9-B225-471F-23FB64276793}"/>
              </a:ext>
            </a:extLst>
          </p:cNvPr>
          <p:cNvSpPr txBox="1"/>
          <p:nvPr/>
        </p:nvSpPr>
        <p:spPr>
          <a:xfrm>
            <a:off x="4505384" y="7962900"/>
            <a:ext cx="206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OPENAI API </a:t>
            </a:r>
            <a:r>
              <a:rPr lang="ko-KR" altLang="en-US" dirty="0"/>
              <a:t>키 수정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9697942-8A6B-96E8-6A42-696AA638AE54}"/>
              </a:ext>
            </a:extLst>
          </p:cNvPr>
          <p:cNvSpPr/>
          <p:nvPr/>
        </p:nvSpPr>
        <p:spPr>
          <a:xfrm>
            <a:off x="4587117" y="8394429"/>
            <a:ext cx="5476957" cy="369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67CC535-CF6F-FDF8-AF20-956AE7DEA517}"/>
              </a:ext>
            </a:extLst>
          </p:cNvPr>
          <p:cNvSpPr/>
          <p:nvPr/>
        </p:nvSpPr>
        <p:spPr>
          <a:xfrm>
            <a:off x="9296400" y="8937065"/>
            <a:ext cx="767751" cy="36933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43" name="순서도: 연결자 42">
            <a:extLst>
              <a:ext uri="{FF2B5EF4-FFF2-40B4-BE49-F238E27FC236}">
                <a16:creationId xmlns:a16="http://schemas.microsoft.com/office/drawing/2014/main" id="{90F0E6AE-8D8E-2D82-7CE0-1C9ED1905919}"/>
              </a:ext>
            </a:extLst>
          </p:cNvPr>
          <p:cNvSpPr/>
          <p:nvPr/>
        </p:nvSpPr>
        <p:spPr>
          <a:xfrm>
            <a:off x="4006899" y="459323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4" name="순서도: 연결자 43">
            <a:extLst>
              <a:ext uri="{FF2B5EF4-FFF2-40B4-BE49-F238E27FC236}">
                <a16:creationId xmlns:a16="http://schemas.microsoft.com/office/drawing/2014/main" id="{0B9005A1-D01A-300D-12F8-40DC6F390138}"/>
              </a:ext>
            </a:extLst>
          </p:cNvPr>
          <p:cNvSpPr/>
          <p:nvPr/>
        </p:nvSpPr>
        <p:spPr>
          <a:xfrm>
            <a:off x="3977517" y="5537092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5" name="순서도: 연결자 44">
            <a:extLst>
              <a:ext uri="{FF2B5EF4-FFF2-40B4-BE49-F238E27FC236}">
                <a16:creationId xmlns:a16="http://schemas.microsoft.com/office/drawing/2014/main" id="{A9E018AA-F598-4800-BFA1-73D8E09D9A46}"/>
              </a:ext>
            </a:extLst>
          </p:cNvPr>
          <p:cNvSpPr/>
          <p:nvPr/>
        </p:nvSpPr>
        <p:spPr>
          <a:xfrm>
            <a:off x="3977517" y="642078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6" name="순서도: 연결자 45">
            <a:extLst>
              <a:ext uri="{FF2B5EF4-FFF2-40B4-BE49-F238E27FC236}">
                <a16:creationId xmlns:a16="http://schemas.microsoft.com/office/drawing/2014/main" id="{C5AD5CA2-E754-7D8C-57D6-C885D0EDB85A}"/>
              </a:ext>
            </a:extLst>
          </p:cNvPr>
          <p:cNvSpPr/>
          <p:nvPr/>
        </p:nvSpPr>
        <p:spPr>
          <a:xfrm>
            <a:off x="4016542" y="8277355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47" name="순서도: 연결자 46">
            <a:extLst>
              <a:ext uri="{FF2B5EF4-FFF2-40B4-BE49-F238E27FC236}">
                <a16:creationId xmlns:a16="http://schemas.microsoft.com/office/drawing/2014/main" id="{E2703E1A-E714-BA7C-A8D5-2168A979262A}"/>
              </a:ext>
            </a:extLst>
          </p:cNvPr>
          <p:cNvSpPr/>
          <p:nvPr/>
        </p:nvSpPr>
        <p:spPr>
          <a:xfrm>
            <a:off x="8773000" y="8818011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13C8DA96-B552-E2EF-03A7-B65996E7E8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9141" y="3764798"/>
            <a:ext cx="2514951" cy="666843"/>
          </a:xfrm>
          <a:prstGeom prst="rect">
            <a:avLst/>
          </a:prstGeom>
        </p:spPr>
      </p:pic>
      <p:sp>
        <p:nvSpPr>
          <p:cNvPr id="49" name="순서도: 연결자 48">
            <a:extLst>
              <a:ext uri="{FF2B5EF4-FFF2-40B4-BE49-F238E27FC236}">
                <a16:creationId xmlns:a16="http://schemas.microsoft.com/office/drawing/2014/main" id="{CCB44934-0D56-EFA0-FEE0-D8D20EC02247}"/>
              </a:ext>
            </a:extLst>
          </p:cNvPr>
          <p:cNvSpPr/>
          <p:nvPr/>
        </p:nvSpPr>
        <p:spPr>
          <a:xfrm>
            <a:off x="9299110" y="338484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3358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0E7CE-CD4E-4AA1-CBC9-29B3DC57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1D86063-BF84-4BC9-3FBB-52ED2DEAC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1558C0C-32B6-BB94-AEC2-FD4FC6DB7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355C850-40F4-01C2-097D-8DB2AC02D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54B97A7-2E72-282F-6131-89E188EBD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AE2E356D-E1DF-438B-CA42-47459E14F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284D9430-134C-4191-B8A5-16B0714889DF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A187B48-A139-1E25-058A-FE50408D5622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비밀번호 찾기 화면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(1)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3B6AB10F-6305-E0B4-E839-6DE6FEAC5E15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17FAA465-08EA-3577-FEEB-3C40D040F484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28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CEEE861-5CF6-5705-C5FB-9F48939B828D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13EFCB0F-1EDF-0F7D-C764-464280A68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CD648DCF-96DD-A6F3-904B-A19C4F709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F8B71E2C-25B3-0223-2EFD-5007D5206062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2B00CD80-7E01-4922-8922-25A64768BBFC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5B05BE81-3C72-3FCF-B4BF-93DB9C7477F1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6F522EDC-FCB3-0CFF-9937-1B89B0407A24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5BA6F787-12E4-E90E-79B5-12E9AB02E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A928DE50-01C8-D327-8789-8B2ACA290AE5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2A14F04D-1E5C-5F07-DE02-C3FF07795195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C2822039-0D95-F6D5-21E6-CEB161D79205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229762D5-7E28-B6DF-36C7-117C60ABCF05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37F03D8-8A58-0CA6-FC1D-D43ED670A9CC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00615" y="1335795"/>
            <a:chExt cx="8210550" cy="48006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7AA1D80-1353-FDCA-F34F-3B90B1B4412E}"/>
                </a:ext>
              </a:extLst>
            </p:cNvPr>
            <p:cNvSpPr/>
            <p:nvPr/>
          </p:nvSpPr>
          <p:spPr>
            <a:xfrm>
              <a:off x="300615" y="1335795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CA9134-1BBF-19B2-E16D-A32483F4D824}"/>
                </a:ext>
              </a:extLst>
            </p:cNvPr>
            <p:cNvSpPr txBox="1"/>
            <p:nvPr/>
          </p:nvSpPr>
          <p:spPr>
            <a:xfrm>
              <a:off x="3406508" y="2712244"/>
              <a:ext cx="2064283" cy="399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3000" b="1" dirty="0"/>
                <a:t>비밀번호 찾기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D226C2E-C175-A672-23C7-03A1B3543A92}"/>
                </a:ext>
              </a:extLst>
            </p:cNvPr>
            <p:cNvSpPr txBox="1"/>
            <p:nvPr/>
          </p:nvSpPr>
          <p:spPr>
            <a:xfrm>
              <a:off x="2422473" y="3496430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이메일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5AFA37E-996D-AB38-404D-6AF84CC34680}"/>
                </a:ext>
              </a:extLst>
            </p:cNvPr>
            <p:cNvSpPr/>
            <p:nvPr/>
          </p:nvSpPr>
          <p:spPr>
            <a:xfrm>
              <a:off x="2495550" y="3914406"/>
              <a:ext cx="3752850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CA73B12-EF47-63E9-384F-62BF697D3D48}"/>
                </a:ext>
              </a:extLst>
            </p:cNvPr>
            <p:cNvSpPr/>
            <p:nvPr/>
          </p:nvSpPr>
          <p:spPr>
            <a:xfrm>
              <a:off x="5639468" y="4349558"/>
              <a:ext cx="608932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찾기</a:t>
              </a:r>
            </a:p>
          </p:txBody>
        </p:sp>
      </p:grpSp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384501BA-72D6-54D2-09AC-CD72311BF520}"/>
              </a:ext>
            </a:extLst>
          </p:cNvPr>
          <p:cNvSpPr/>
          <p:nvPr/>
        </p:nvSpPr>
        <p:spPr>
          <a:xfrm>
            <a:off x="4648099" y="6121761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013FA408-6B8E-2060-7AC8-2E58FA2B05C8}"/>
              </a:ext>
            </a:extLst>
          </p:cNvPr>
          <p:cNvSpPr/>
          <p:nvPr/>
        </p:nvSpPr>
        <p:spPr>
          <a:xfrm>
            <a:off x="8627294" y="7300257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4622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E661-4F38-7F3D-CB71-CE31B4B0F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B62B4D4-8B88-D2E6-3A7B-DEA068419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0A0AF27-16BE-619F-9413-721F97F41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6D77798C-8071-F35D-43F3-12625DD10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3931C6FE-E509-895C-764F-51D085BF1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E412694F-9F85-EC43-20D4-FF5194DBD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DCFB8FC4-C490-ED72-2A88-42CBFE705228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068F8CB-B846-A9E0-F8B8-23F02ED4868B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비밀번호 찾기 화면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(2)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7FF2438-A6A6-040B-2DE2-F061C2433A5C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A98A6DE5-48DE-6C0D-890F-D7F4C4E81D23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29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E1FA9EE-BA26-E0DE-D061-A285B4FA4759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2B2F95D8-7A46-3ECF-EE28-39271C238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C1C807E1-5188-DD37-094E-F9F87CB6F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42BF3613-FFA5-23F7-1B11-43E829298B5C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244511DC-F580-CACE-82E0-7C817FE5B6BD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09AAC7FF-2D29-E2FB-2E08-6447625431FF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7CCE6F93-CE74-6FDA-5BF8-1D2CA8F3DD6A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C77B93FA-D8F1-B655-DC0D-794ECDFA2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77F53CDD-E66F-C5C7-1D0E-4C888A6E712B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695F2152-BB4B-F4B8-15AB-8FC7D592DBF0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4328DF93-71A0-C94F-D1A5-D55C1CD53C77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58CA189D-FD7D-3F27-C9D0-743A141D7650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6E286AE-4558-0918-204A-D2528AB76814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619335" y="1280284"/>
            <a:chExt cx="8210550" cy="4800600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B1F7F0C-1939-17F9-4408-99D1F4E9BA2D}"/>
                </a:ext>
              </a:extLst>
            </p:cNvPr>
            <p:cNvSpPr/>
            <p:nvPr/>
          </p:nvSpPr>
          <p:spPr>
            <a:xfrm>
              <a:off x="619335" y="1280284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○○○</a:t>
              </a:r>
              <a:r>
                <a:rPr lang="en-US" altLang="ko-KR" sz="1500" dirty="0">
                  <a:solidFill>
                    <a:schemeClr val="tx1"/>
                  </a:solidFill>
                </a:rPr>
                <a:t>@</a:t>
              </a:r>
              <a:r>
                <a:rPr lang="ko-KR" altLang="en-US" sz="1500" dirty="0">
                  <a:solidFill>
                    <a:schemeClr val="tx1"/>
                  </a:solidFill>
                </a:rPr>
                <a:t>○○○</a:t>
              </a:r>
              <a:r>
                <a:rPr lang="en-US" altLang="ko-KR" sz="1500" dirty="0">
                  <a:solidFill>
                    <a:schemeClr val="tx1"/>
                  </a:solidFill>
                </a:rPr>
                <a:t>.com </a:t>
              </a:r>
              <a:r>
                <a:rPr lang="ko-KR" altLang="en-US" sz="1500" dirty="0">
                  <a:solidFill>
                    <a:schemeClr val="tx1"/>
                  </a:solidFill>
                </a:rPr>
                <a:t>메일로 비밀번호 찾기 인증 메일을 전송했습니다</a:t>
              </a:r>
              <a:r>
                <a:rPr lang="en-US" altLang="ko-KR" sz="1500" dirty="0">
                  <a:solidFill>
                    <a:schemeClr val="tx1"/>
                  </a:solidFill>
                </a:rPr>
                <a:t>.</a:t>
              </a:r>
            </a:p>
            <a:p>
              <a:pPr algn="ctr"/>
              <a:r>
                <a:rPr lang="ko-KR" altLang="en-US" sz="1500" dirty="0" err="1">
                  <a:solidFill>
                    <a:schemeClr val="tx1"/>
                  </a:solidFill>
                </a:rPr>
                <a:t>메일함에</a:t>
              </a:r>
              <a:r>
                <a:rPr lang="ko-KR" altLang="en-US" sz="1500" dirty="0">
                  <a:solidFill>
                    <a:schemeClr val="tx1"/>
                  </a:solidFill>
                </a:rPr>
                <a:t> 도착한 메일을 통해 인증을 완료해 주시기 바랍니다</a:t>
              </a:r>
              <a:r>
                <a:rPr lang="en-US" altLang="ko-KR" sz="1500" dirty="0">
                  <a:solidFill>
                    <a:schemeClr val="tx1"/>
                  </a:solidFill>
                </a:rPr>
                <a:t>.</a:t>
              </a:r>
              <a:endParaRPr lang="ko-KR" alt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E480F3D-B3AC-3371-F57A-591BB17DC0A3}"/>
                </a:ext>
              </a:extLst>
            </p:cNvPr>
            <p:cNvSpPr txBox="1"/>
            <p:nvPr/>
          </p:nvSpPr>
          <p:spPr>
            <a:xfrm>
              <a:off x="3625141" y="2728675"/>
              <a:ext cx="2064283" cy="399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3000" b="1" dirty="0"/>
                <a:t>비밀번호 찾기</a:t>
              </a:r>
              <a:endParaRPr lang="en-US" altLang="ko-KR" sz="3000" b="1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8950DC7-A09D-7420-26E0-4244F315F6D1}"/>
                </a:ext>
              </a:extLst>
            </p:cNvPr>
            <p:cNvSpPr/>
            <p:nvPr/>
          </p:nvSpPr>
          <p:spPr>
            <a:xfrm>
              <a:off x="4272760" y="4318813"/>
              <a:ext cx="769046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홈으로</a:t>
              </a:r>
            </a:p>
          </p:txBody>
        </p:sp>
      </p:grp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01828ED9-2021-D353-896E-38F13C489C99}"/>
              </a:ext>
            </a:extLst>
          </p:cNvPr>
          <p:cNvSpPr/>
          <p:nvPr/>
        </p:nvSpPr>
        <p:spPr>
          <a:xfrm>
            <a:off x="4268475" y="562644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5396739B-D710-E81E-6AEB-E14685013497}"/>
              </a:ext>
            </a:extLst>
          </p:cNvPr>
          <p:cNvSpPr/>
          <p:nvPr/>
        </p:nvSpPr>
        <p:spPr>
          <a:xfrm>
            <a:off x="6517881" y="688556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9675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62B48-71E1-DB4C-79B2-B504E85CE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10C7A4C-6E79-D0EE-6349-B3386F48A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2597FC5-DE59-14B0-C4F5-D540665F7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03BD4D8-F64C-5D4E-A453-7FC278D9D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FA52B639-4561-12FB-095C-5B3AF5689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A201C277-A1C0-1101-6969-A28B7C289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93B12013-45CF-E9C7-3B86-B9CD3A95DAE8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CA884B0-6C62-9D1F-1056-41861D814395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비밀번호 찾기 화면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(3)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510B319-0C7B-F7FA-EDA8-934A74EBB1AE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EB71EBFB-70F6-CF30-DD1A-85BDE046F785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30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9F03E3E-F338-D05F-0FFF-42240D71A5C8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A60B0E2F-5B5E-E903-6B9C-5E939B180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CE36B363-2021-670B-0A36-402501F97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5713C9A6-CE11-C194-8F3D-FA7A6CD431D3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D9A5D382-5082-CD65-73C7-7C3507DC9CCB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3C85E501-58E5-9F42-7823-D26CDBF587E0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F5C4CC4B-CF83-90B2-B12A-F42666A31D23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E2F5BBA8-2BE2-D896-985B-1547E0F0C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B70A52D2-6BA5-554D-80A7-F50AB377C3D9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1F3805BE-BD9F-0F14-4916-7B8A96E294B3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676440AF-ACB5-B69C-5D20-068ABF4832B6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89A03581-D12C-5EBE-8100-749EE5FE3A12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E1B0F14-B6C5-90AB-678D-548BB4D2C6F7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33375" y="1362075"/>
            <a:chExt cx="8210550" cy="48006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C81D6BC-4F7C-78B0-5021-5503815EE4F7}"/>
                </a:ext>
              </a:extLst>
            </p:cNvPr>
            <p:cNvSpPr/>
            <p:nvPr/>
          </p:nvSpPr>
          <p:spPr>
            <a:xfrm>
              <a:off x="333375" y="1362075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7483A5-55B2-65B8-96BA-FE4744FEFA1E}"/>
                </a:ext>
              </a:extLst>
            </p:cNvPr>
            <p:cNvSpPr txBox="1"/>
            <p:nvPr/>
          </p:nvSpPr>
          <p:spPr>
            <a:xfrm>
              <a:off x="1922176" y="3016518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비밀번호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856207-30B8-C42C-C0D4-0CB4E1F63A65}"/>
                </a:ext>
              </a:extLst>
            </p:cNvPr>
            <p:cNvSpPr txBox="1"/>
            <p:nvPr/>
          </p:nvSpPr>
          <p:spPr>
            <a:xfrm>
              <a:off x="1882396" y="3912418"/>
              <a:ext cx="16514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비밀번호 확인</a:t>
              </a:r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4C23F6E-D3AC-BF03-187C-863FEC7D9EEE}"/>
                </a:ext>
              </a:extLst>
            </p:cNvPr>
            <p:cNvSpPr/>
            <p:nvPr/>
          </p:nvSpPr>
          <p:spPr>
            <a:xfrm>
              <a:off x="2011095" y="3402065"/>
              <a:ext cx="4359415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770CAF4-04F6-50F0-3622-E755478C764A}"/>
                </a:ext>
              </a:extLst>
            </p:cNvPr>
            <p:cNvSpPr/>
            <p:nvPr/>
          </p:nvSpPr>
          <p:spPr>
            <a:xfrm>
              <a:off x="2011096" y="4278860"/>
              <a:ext cx="4359414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6A6C29E-8181-067B-E17A-EE21A82225FE}"/>
                </a:ext>
              </a:extLst>
            </p:cNvPr>
            <p:cNvSpPr/>
            <p:nvPr/>
          </p:nvSpPr>
          <p:spPr>
            <a:xfrm>
              <a:off x="4932903" y="4862522"/>
              <a:ext cx="1437607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비밀번호 변경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54785A9-05B0-9C31-CB13-AE95C4B36A7E}"/>
                </a:ext>
              </a:extLst>
            </p:cNvPr>
            <p:cNvSpPr txBox="1"/>
            <p:nvPr/>
          </p:nvSpPr>
          <p:spPr>
            <a:xfrm>
              <a:off x="1922176" y="2481956"/>
              <a:ext cx="36311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/>
                <a:t>새로운 비밀번호를 입력해주세요</a:t>
              </a:r>
              <a:r>
                <a:rPr lang="en-US" altLang="ko-KR" b="1" dirty="0"/>
                <a:t>.</a:t>
              </a:r>
              <a:endParaRPr lang="ko-KR" altLang="en-US" b="1" dirty="0"/>
            </a:p>
          </p:txBody>
        </p:sp>
      </p:grpSp>
      <p:sp>
        <p:nvSpPr>
          <p:cNvPr id="35" name="순서도: 연결자 34">
            <a:extLst>
              <a:ext uri="{FF2B5EF4-FFF2-40B4-BE49-F238E27FC236}">
                <a16:creationId xmlns:a16="http://schemas.microsoft.com/office/drawing/2014/main" id="{C9313102-0E6C-4909-CC9B-29966F4A505D}"/>
              </a:ext>
            </a:extLst>
          </p:cNvPr>
          <p:cNvSpPr/>
          <p:nvPr/>
        </p:nvSpPr>
        <p:spPr>
          <a:xfrm>
            <a:off x="2566212" y="312626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BBB2D19E-4BFF-9081-7D9E-5BDDA3900E5E}"/>
              </a:ext>
            </a:extLst>
          </p:cNvPr>
          <p:cNvSpPr/>
          <p:nvPr/>
        </p:nvSpPr>
        <p:spPr>
          <a:xfrm>
            <a:off x="3872011" y="682841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7" name="순서도: 연결자 36">
            <a:extLst>
              <a:ext uri="{FF2B5EF4-FFF2-40B4-BE49-F238E27FC236}">
                <a16:creationId xmlns:a16="http://schemas.microsoft.com/office/drawing/2014/main" id="{7D152751-A3FB-F002-249E-31A8C6F34E43}"/>
              </a:ext>
            </a:extLst>
          </p:cNvPr>
          <p:cNvSpPr/>
          <p:nvPr/>
        </p:nvSpPr>
        <p:spPr>
          <a:xfrm>
            <a:off x="3892155" y="5713594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308B8F7E-5C25-0F4B-ACD5-7B91F037AA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9141" y="3764798"/>
            <a:ext cx="2514951" cy="666843"/>
          </a:xfrm>
          <a:prstGeom prst="rect">
            <a:avLst/>
          </a:prstGeom>
        </p:spPr>
      </p:pic>
      <p:sp>
        <p:nvSpPr>
          <p:cNvPr id="39" name="순서도: 연결자 38">
            <a:extLst>
              <a:ext uri="{FF2B5EF4-FFF2-40B4-BE49-F238E27FC236}">
                <a16:creationId xmlns:a16="http://schemas.microsoft.com/office/drawing/2014/main" id="{9777C253-3705-126D-1820-6AD6FB9AAB8A}"/>
              </a:ext>
            </a:extLst>
          </p:cNvPr>
          <p:cNvSpPr/>
          <p:nvPr/>
        </p:nvSpPr>
        <p:spPr>
          <a:xfrm>
            <a:off x="9232283" y="3332022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40" name="순서도: 연결자 39">
            <a:extLst>
              <a:ext uri="{FF2B5EF4-FFF2-40B4-BE49-F238E27FC236}">
                <a16:creationId xmlns:a16="http://schemas.microsoft.com/office/drawing/2014/main" id="{6B378270-61C0-6268-6D72-F0B43C50AA09}"/>
              </a:ext>
            </a:extLst>
          </p:cNvPr>
          <p:cNvSpPr/>
          <p:nvPr/>
        </p:nvSpPr>
        <p:spPr>
          <a:xfrm>
            <a:off x="7818824" y="745598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62412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1BC69-680F-23D0-F87B-B6AF3F459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90B4CDF-56C5-ADFE-105B-2974E1EB8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6B6A460-390A-9CB0-F513-66351BED4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829D5CE-0CD1-E98C-FB40-993B635D9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BDE9E36-B97D-11C5-F599-DDCA8E7FF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8B43E9F8-0B86-2D15-EF3B-D96ECA480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37BB9633-5EAD-98FE-DB2F-3974D696CFDF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A308563-D890-3791-B9C2-48EDFB8936BB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비밀번호 찾기 화면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(4)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A63E931-D254-AEB3-5B64-24B7DC20A11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7B7F22C0-28C8-2A2E-2C75-679920ABAE4E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31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146C84E-7118-2DD1-FFD1-A1FCB781CA65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85C71420-9F57-A610-C374-20B0A88B5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A45A7027-839E-AD9D-AA2A-1534013DF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95F1E014-A9CF-373C-00BE-25CB6C66F256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3F9D5280-96DC-20B8-AF16-A5A6143C9336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2E1A8C3C-BAE3-6E12-F5D6-1BCF3EB2F3B5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409E6B77-B0AF-00D9-A62D-4E20695D24B8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A618D16C-536E-E6DD-BCB5-3BBF9B46D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7C78D95E-D069-7E90-12F8-A00E8CEC017E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14311AF8-5EC2-BD3C-760C-E6351227ECEE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F629AC9F-33DE-53F4-A007-E5E11AA9AE9C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3C08AAAC-7766-6A5F-16ED-AC36F5CFB9A2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A219BF8D-9E0D-D561-154B-80CBEF0F3B3E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88924" y="1552574"/>
            <a:chExt cx="8210550" cy="48006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DB339ED-3A6F-B8B5-CDF4-30CAE4F05A5E}"/>
                </a:ext>
              </a:extLst>
            </p:cNvPr>
            <p:cNvSpPr/>
            <p:nvPr/>
          </p:nvSpPr>
          <p:spPr>
            <a:xfrm>
              <a:off x="388924" y="1552574"/>
              <a:ext cx="8210550" cy="48006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992F976-18ED-D083-B50D-D0FA564A03A5}"/>
                </a:ext>
              </a:extLst>
            </p:cNvPr>
            <p:cNvSpPr txBox="1"/>
            <p:nvPr/>
          </p:nvSpPr>
          <p:spPr>
            <a:xfrm>
              <a:off x="2728331" y="3162416"/>
              <a:ext cx="353173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3000" b="1" dirty="0"/>
                <a:t>비밀번호 변경 완료</a:t>
              </a:r>
              <a:endParaRPr lang="en-US" altLang="ko-KR" sz="3000" b="1" dirty="0"/>
            </a:p>
            <a:p>
              <a:pPr algn="ctr"/>
              <a:endParaRPr lang="en-US" altLang="ko-KR" sz="1500" dirty="0"/>
            </a:p>
            <a:p>
              <a:pPr algn="ctr"/>
              <a:r>
                <a:rPr lang="ko-KR" altLang="en-US" sz="1500" dirty="0"/>
                <a:t>비밀번호 변경이 완료되었습니다</a:t>
              </a:r>
              <a:r>
                <a:rPr lang="en-US" altLang="ko-KR" sz="1500" dirty="0"/>
                <a:t>.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C0B74FF-5530-E22B-CA85-F3851FF71C61}"/>
                </a:ext>
              </a:extLst>
            </p:cNvPr>
            <p:cNvSpPr/>
            <p:nvPr/>
          </p:nvSpPr>
          <p:spPr>
            <a:xfrm>
              <a:off x="4104008" y="4520978"/>
              <a:ext cx="780382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로그인</a:t>
              </a:r>
            </a:p>
          </p:txBody>
        </p:sp>
      </p:grp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5832F212-386F-48D7-9CBE-CBC56C919389}"/>
              </a:ext>
            </a:extLst>
          </p:cNvPr>
          <p:cNvSpPr/>
          <p:nvPr/>
        </p:nvSpPr>
        <p:spPr>
          <a:xfrm>
            <a:off x="6642642" y="6815153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05970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62F9C-8BAD-7945-B66A-3DD52C7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74F4310-4061-9E99-C5DF-F31774CC0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25DE4A4-9219-869F-6F7F-1DFA5F669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69B5FAF-E1F1-5583-1DF9-363037BEB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ACF6A82-F761-2EEA-24C9-8EE85FC19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80348857-7B70-FED9-0D19-A010DCC4A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B7EBE5E7-3DC1-917D-7C16-591DBA25A39D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B44E940-C4BA-47EB-59CC-A4E12E4149F2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AI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채팅 창 화면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(1)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2EC5164C-B958-D3D2-0AC3-E1E7DB47C76E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BF0B8A3F-C99C-63A2-7F51-5A745B0FAB36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32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17C9973-2B44-350E-7E2E-0FCE67BF99C3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797127A0-6E28-AD33-56D6-21D46E6CB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EA29C685-3585-8D98-882D-393D5605C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20FFB420-D3DA-3404-32EF-48E29828AC19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DF9AF1D8-CB0D-2CA4-1778-D6FE7D928E37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643E0904-90EB-6117-E51C-0A747F7DA99A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F181B130-500A-B32A-A24C-091BED23EB90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194904E4-B67B-C2BC-CC8E-023E0D47D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FAEA94D2-7572-DAC8-6749-0450B6DAF35C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09896540-8A8B-8B9E-61DA-9DB3239F2F15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A21F5C14-72CD-674E-E0CA-331B62C68A6F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A0C1BC18-8211-7229-3B49-7D1192E504C3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E22430A-4204-5765-9BB9-2399BD0CC744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42900" y="1038225"/>
            <a:chExt cx="8210550" cy="55816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44F75D9-42FC-BB9F-1C79-F423873501F8}"/>
                </a:ext>
              </a:extLst>
            </p:cNvPr>
            <p:cNvSpPr/>
            <p:nvPr/>
          </p:nvSpPr>
          <p:spPr>
            <a:xfrm>
              <a:off x="342900" y="1038225"/>
              <a:ext cx="8210550" cy="5581649"/>
            </a:xfrm>
            <a:prstGeom prst="rect">
              <a:avLst/>
            </a:prstGeom>
            <a:solidFill>
              <a:srgbClr val="EEECE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5967A4D-F47C-66D4-4AAF-CB7E19C64D49}"/>
                </a:ext>
              </a:extLst>
            </p:cNvPr>
            <p:cNvGrpSpPr/>
            <p:nvPr/>
          </p:nvGrpSpPr>
          <p:grpSpPr>
            <a:xfrm>
              <a:off x="342900" y="1038225"/>
              <a:ext cx="8210550" cy="608528"/>
              <a:chOff x="342900" y="1357849"/>
              <a:chExt cx="8210550" cy="60852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D4EBEFE6-963F-7480-98DD-750F7B51ED6F}"/>
                  </a:ext>
                </a:extLst>
              </p:cNvPr>
              <p:cNvSpPr/>
              <p:nvPr/>
            </p:nvSpPr>
            <p:spPr>
              <a:xfrm>
                <a:off x="342900" y="1357849"/>
                <a:ext cx="8210550" cy="60852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1497CD-D869-90DA-28A5-36DE198005AD}"/>
                  </a:ext>
                </a:extLst>
              </p:cNvPr>
              <p:cNvSpPr txBox="1"/>
              <p:nvPr/>
            </p:nvSpPr>
            <p:spPr>
              <a:xfrm>
                <a:off x="408907" y="1398628"/>
                <a:ext cx="177298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000" b="1" dirty="0"/>
                  <a:t>COMJSH</a:t>
                </a:r>
                <a:endParaRPr lang="ko-KR" altLang="en-US" sz="3000" b="1" dirty="0"/>
              </a:p>
            </p:txBody>
          </p:sp>
          <p:sp>
            <p:nvSpPr>
              <p:cNvPr id="10" name="말풍선: 사각형 9">
                <a:extLst>
                  <a:ext uri="{FF2B5EF4-FFF2-40B4-BE49-F238E27FC236}">
                    <a16:creationId xmlns:a16="http://schemas.microsoft.com/office/drawing/2014/main" id="{A40FD35D-EBE2-96D5-C182-09AB12030715}"/>
                  </a:ext>
                </a:extLst>
              </p:cNvPr>
              <p:cNvSpPr/>
              <p:nvPr/>
            </p:nvSpPr>
            <p:spPr>
              <a:xfrm>
                <a:off x="2486844" y="1547813"/>
                <a:ext cx="304800" cy="228600"/>
              </a:xfrm>
              <a:prstGeom prst="wedgeRectCallou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2BB451-3FCE-FC33-64D7-033CD7880A2A}"/>
                  </a:ext>
                </a:extLst>
              </p:cNvPr>
              <p:cNvSpPr txBox="1"/>
              <p:nvPr/>
            </p:nvSpPr>
            <p:spPr>
              <a:xfrm>
                <a:off x="2791644" y="1477447"/>
                <a:ext cx="9621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/>
                  <a:t>AI </a:t>
                </a:r>
                <a:r>
                  <a:rPr lang="ko-KR" altLang="en-US" b="1" dirty="0"/>
                  <a:t>채팅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035B5B-BC40-4326-8446-479756827523}"/>
                  </a:ext>
                </a:extLst>
              </p:cNvPr>
              <p:cNvSpPr txBox="1"/>
              <p:nvPr/>
            </p:nvSpPr>
            <p:spPr>
              <a:xfrm>
                <a:off x="3753767" y="1477447"/>
                <a:ext cx="533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/>
                  <a:t>🔍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512FB4-484C-7B96-9F31-466F04F3F25C}"/>
                  </a:ext>
                </a:extLst>
              </p:cNvPr>
              <p:cNvSpPr txBox="1"/>
              <p:nvPr/>
            </p:nvSpPr>
            <p:spPr>
              <a:xfrm>
                <a:off x="4058567" y="1477447"/>
                <a:ext cx="14237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/>
                  <a:t>AI </a:t>
                </a:r>
                <a:r>
                  <a:rPr lang="ko-KR" altLang="en-US" b="1" dirty="0"/>
                  <a:t>종목분석</a:t>
                </a: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1D679B04-1B54-0A42-1D28-72EC979234C2}"/>
                  </a:ext>
                </a:extLst>
              </p:cNvPr>
              <p:cNvSpPr/>
              <p:nvPr/>
            </p:nvSpPr>
            <p:spPr>
              <a:xfrm>
                <a:off x="7369543" y="1515546"/>
                <a:ext cx="986172" cy="29313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>
                    <a:solidFill>
                      <a:schemeClr val="tx1"/>
                    </a:solidFill>
                  </a:rPr>
                  <a:t>로그아웃</a:t>
                </a:r>
                <a:endParaRPr lang="ko-KR" altLang="en-US" sz="15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AEFD093B-081C-7D99-FC95-1B5F632DF34B}"/>
                  </a:ext>
                </a:extLst>
              </p:cNvPr>
              <p:cNvSpPr/>
              <p:nvPr/>
            </p:nvSpPr>
            <p:spPr>
              <a:xfrm>
                <a:off x="6600825" y="1515546"/>
                <a:ext cx="601908" cy="29313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>
                    <a:solidFill>
                      <a:schemeClr val="tx1"/>
                    </a:solidFill>
                  </a:rPr>
                  <a:t>설정</a:t>
                </a:r>
                <a:endParaRPr lang="ko-KR" altLang="en-US" sz="15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AF9F9BE-646F-6D66-36E5-2C4C88E070BD}"/>
                </a:ext>
              </a:extLst>
            </p:cNvPr>
            <p:cNvSpPr/>
            <p:nvPr/>
          </p:nvSpPr>
          <p:spPr>
            <a:xfrm>
              <a:off x="342900" y="1646753"/>
              <a:ext cx="1838993" cy="497312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42582EF-72FC-A33A-E7CE-14CC77B25A9F}"/>
                </a:ext>
              </a:extLst>
            </p:cNvPr>
            <p:cNvSpPr txBox="1"/>
            <p:nvPr/>
          </p:nvSpPr>
          <p:spPr>
            <a:xfrm>
              <a:off x="2664606" y="2821118"/>
              <a:ext cx="522130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3000" b="1" dirty="0"/>
                <a:t>무엇이 </a:t>
              </a:r>
              <a:r>
                <a:rPr lang="ko-KR" altLang="en-US" sz="3000" b="1" dirty="0" err="1"/>
                <a:t>궁금하신가요</a:t>
              </a:r>
              <a:r>
                <a:rPr lang="en-US" altLang="ko-KR" sz="3000" b="1" dirty="0"/>
                <a:t>?</a:t>
              </a:r>
            </a:p>
            <a:p>
              <a:pPr algn="ctr"/>
              <a:endParaRPr lang="en-US" altLang="ko-KR" sz="1500" dirty="0"/>
            </a:p>
            <a:p>
              <a:pPr algn="ctr"/>
              <a:r>
                <a:rPr lang="ko-KR" altLang="en-US" sz="1500" dirty="0"/>
                <a:t>좌측 채팅창을 선택하거나</a:t>
              </a:r>
              <a:r>
                <a:rPr lang="en-US" altLang="ko-KR" sz="1500" dirty="0"/>
                <a:t>,</a:t>
              </a:r>
              <a:r>
                <a:rPr lang="ko-KR" altLang="en-US" sz="1500" dirty="0"/>
                <a:t> 새로운 채팅창을 만들어주세요</a:t>
              </a:r>
              <a:r>
                <a:rPr lang="en-US" altLang="ko-KR" sz="1500" dirty="0"/>
                <a:t>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859B7C-CB12-7EF4-FB78-DEE2B5CB8CE0}"/>
                </a:ext>
              </a:extLst>
            </p:cNvPr>
            <p:cNvSpPr txBox="1"/>
            <p:nvPr/>
          </p:nvSpPr>
          <p:spPr>
            <a:xfrm>
              <a:off x="342900" y="1765099"/>
              <a:ext cx="13869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삼성 관련 질문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6AEED30-D357-8803-31DE-12711509C7BE}"/>
                </a:ext>
              </a:extLst>
            </p:cNvPr>
            <p:cNvSpPr txBox="1"/>
            <p:nvPr/>
          </p:nvSpPr>
          <p:spPr>
            <a:xfrm>
              <a:off x="342900" y="2072876"/>
              <a:ext cx="9653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주가 비교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C4BDE78-F9BA-4945-B3C4-435313E80021}"/>
                </a:ext>
              </a:extLst>
            </p:cNvPr>
            <p:cNvSpPr txBox="1"/>
            <p:nvPr/>
          </p:nvSpPr>
          <p:spPr>
            <a:xfrm>
              <a:off x="342900" y="2370053"/>
              <a:ext cx="8132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LG</a:t>
              </a:r>
              <a:r>
                <a:rPr lang="ko-KR" altLang="en-US" sz="1400" dirty="0"/>
                <a:t> 분석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23B768C-04D6-C262-A499-29B837227A00}"/>
                </a:ext>
              </a:extLst>
            </p:cNvPr>
            <p:cNvSpPr txBox="1"/>
            <p:nvPr/>
          </p:nvSpPr>
          <p:spPr>
            <a:xfrm>
              <a:off x="342900" y="2667230"/>
              <a:ext cx="7056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채팅 </a:t>
              </a:r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C5AE80F-2501-B770-7B5E-E23E488E80FD}"/>
                </a:ext>
              </a:extLst>
            </p:cNvPr>
            <p:cNvSpPr txBox="1"/>
            <p:nvPr/>
          </p:nvSpPr>
          <p:spPr>
            <a:xfrm>
              <a:off x="2917360" y="4262972"/>
              <a:ext cx="12137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/>
                <a:t>채팅창</a:t>
              </a:r>
              <a:r>
                <a:rPr lang="ko-KR" altLang="en-US" sz="1500" dirty="0"/>
                <a:t> 이름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E692BDC-913E-9EE8-9875-BA82E9813A69}"/>
                </a:ext>
              </a:extLst>
            </p:cNvPr>
            <p:cNvSpPr/>
            <p:nvPr/>
          </p:nvSpPr>
          <p:spPr>
            <a:xfrm>
              <a:off x="3010128" y="4632304"/>
              <a:ext cx="4359415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367C42A-91B8-7251-519F-A81AE7E38155}"/>
                </a:ext>
              </a:extLst>
            </p:cNvPr>
            <p:cNvSpPr/>
            <p:nvPr/>
          </p:nvSpPr>
          <p:spPr>
            <a:xfrm>
              <a:off x="6589161" y="5148201"/>
              <a:ext cx="780382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만들기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50EAE43-625A-CD6B-6848-41E48E79B3E8}"/>
                </a:ext>
              </a:extLst>
            </p:cNvPr>
            <p:cNvSpPr txBox="1"/>
            <p:nvPr/>
          </p:nvSpPr>
          <p:spPr>
            <a:xfrm>
              <a:off x="342900" y="2975007"/>
              <a:ext cx="7857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accent1">
                      <a:lumMod val="75000"/>
                    </a:schemeClr>
                  </a:solidFill>
                </a:rPr>
                <a:t>새 채팅</a:t>
              </a:r>
            </a:p>
          </p:txBody>
        </p:sp>
      </p:grpSp>
      <p:sp>
        <p:nvSpPr>
          <p:cNvPr id="45" name="순서도: 연결자 44">
            <a:extLst>
              <a:ext uri="{FF2B5EF4-FFF2-40B4-BE49-F238E27FC236}">
                <a16:creationId xmlns:a16="http://schemas.microsoft.com/office/drawing/2014/main" id="{5546D78E-9667-C52F-1B1E-8C1673CDBB91}"/>
              </a:ext>
            </a:extLst>
          </p:cNvPr>
          <p:cNvSpPr/>
          <p:nvPr/>
        </p:nvSpPr>
        <p:spPr>
          <a:xfrm>
            <a:off x="2165586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6" name="순서도: 연결자 45">
            <a:extLst>
              <a:ext uri="{FF2B5EF4-FFF2-40B4-BE49-F238E27FC236}">
                <a16:creationId xmlns:a16="http://schemas.microsoft.com/office/drawing/2014/main" id="{D5132A14-E821-0A06-15EF-6DD13A68A619}"/>
              </a:ext>
            </a:extLst>
          </p:cNvPr>
          <p:cNvSpPr/>
          <p:nvPr/>
        </p:nvSpPr>
        <p:spPr>
          <a:xfrm>
            <a:off x="4633150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7" name="순서도: 연결자 46">
            <a:extLst>
              <a:ext uri="{FF2B5EF4-FFF2-40B4-BE49-F238E27FC236}">
                <a16:creationId xmlns:a16="http://schemas.microsoft.com/office/drawing/2014/main" id="{84275E74-1BF7-9D13-FE15-694B5D2D5AF1}"/>
              </a:ext>
            </a:extLst>
          </p:cNvPr>
          <p:cNvSpPr/>
          <p:nvPr/>
        </p:nvSpPr>
        <p:spPr>
          <a:xfrm>
            <a:off x="630215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8" name="순서도: 연결자 47">
            <a:extLst>
              <a:ext uri="{FF2B5EF4-FFF2-40B4-BE49-F238E27FC236}">
                <a16:creationId xmlns:a16="http://schemas.microsoft.com/office/drawing/2014/main" id="{FD34B97A-7224-3908-3DA6-FA741BE99750}"/>
              </a:ext>
            </a:extLst>
          </p:cNvPr>
          <p:cNvSpPr/>
          <p:nvPr/>
        </p:nvSpPr>
        <p:spPr>
          <a:xfrm>
            <a:off x="9957542" y="2745098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9" name="순서도: 연결자 48">
            <a:extLst>
              <a:ext uri="{FF2B5EF4-FFF2-40B4-BE49-F238E27FC236}">
                <a16:creationId xmlns:a16="http://schemas.microsoft.com/office/drawing/2014/main" id="{BD286156-AFD3-513A-3440-4BACCB90807D}"/>
              </a:ext>
            </a:extLst>
          </p:cNvPr>
          <p:cNvSpPr/>
          <p:nvPr/>
        </p:nvSpPr>
        <p:spPr>
          <a:xfrm>
            <a:off x="1107728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51" name="순서도: 연결자 50">
            <a:extLst>
              <a:ext uri="{FF2B5EF4-FFF2-40B4-BE49-F238E27FC236}">
                <a16:creationId xmlns:a16="http://schemas.microsoft.com/office/drawing/2014/main" id="{FEBCA1EA-8DB5-8ED9-349C-9A464A0414D9}"/>
              </a:ext>
            </a:extLst>
          </p:cNvPr>
          <p:cNvSpPr/>
          <p:nvPr/>
        </p:nvSpPr>
        <p:spPr>
          <a:xfrm>
            <a:off x="2037993" y="3640512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52" name="순서도: 연결자 51">
            <a:extLst>
              <a:ext uri="{FF2B5EF4-FFF2-40B4-BE49-F238E27FC236}">
                <a16:creationId xmlns:a16="http://schemas.microsoft.com/office/drawing/2014/main" id="{5D38CE89-834B-3759-8710-0EBFF7D99A81}"/>
              </a:ext>
            </a:extLst>
          </p:cNvPr>
          <p:cNvSpPr/>
          <p:nvPr/>
        </p:nvSpPr>
        <p:spPr>
          <a:xfrm>
            <a:off x="2028786" y="518180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53" name="순서도: 연결자 52">
            <a:extLst>
              <a:ext uri="{FF2B5EF4-FFF2-40B4-BE49-F238E27FC236}">
                <a16:creationId xmlns:a16="http://schemas.microsoft.com/office/drawing/2014/main" id="{36C0E8A3-D7E3-90FC-D096-CAF5C835723B}"/>
              </a:ext>
            </a:extLst>
          </p:cNvPr>
          <p:cNvSpPr/>
          <p:nvPr/>
        </p:nvSpPr>
        <p:spPr>
          <a:xfrm>
            <a:off x="5248596" y="6848437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54" name="순서도: 연결자 53">
            <a:extLst>
              <a:ext uri="{FF2B5EF4-FFF2-40B4-BE49-F238E27FC236}">
                <a16:creationId xmlns:a16="http://schemas.microsoft.com/office/drawing/2014/main" id="{2954FC57-94A9-D9C7-A701-D6DE45183D74}"/>
              </a:ext>
            </a:extLst>
          </p:cNvPr>
          <p:cNvSpPr/>
          <p:nvPr/>
        </p:nvSpPr>
        <p:spPr>
          <a:xfrm>
            <a:off x="9833956" y="779469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95672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64686-9B3D-0C08-0E82-900D8BE57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2145C7D-00C7-9B6D-890C-7D881E828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385AD98-F643-4650-F496-3600F6654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C839B7E-EF10-9A3B-8FD4-CAECEED9A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6868D73-AC63-C12F-2BA6-6AD3D7D20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CD26F484-937A-A2B2-0519-278C9A0886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FBD62D3B-E64F-C14B-05B1-20F840124103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E105E38-A400-A92E-5A4D-BADC70FF03E2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AI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채팅 창 화면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(2)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84B2BB3-6AF3-74D8-FFB6-D86680E3DD19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1D99703B-AE37-B40E-CF47-E626839179C1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33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4D1297E-4BC7-926E-AA4C-8CE1567E3E29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CDD0187F-675A-4B07-CE63-F5B981300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80F22B65-1A35-CCE5-D2A5-8A9448FDF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BFA10286-95C0-0D17-E293-B7AE98EE4A34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CEF864F5-D574-AF67-0EA4-A17AA1749B84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4BDADDB0-5680-924D-7514-BCD792580600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CFF81ECE-B02C-776E-320A-71A22EB80C15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6E70230A-8DE4-D365-52A8-225B6248E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82773EDD-1E56-200D-58FE-4232B64E7820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024286AA-DCCF-374B-B598-64545D1FC7EE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3F6D7074-411D-4C35-E3EA-C90F2840AA20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2C206320-2AA4-704A-F220-5620A27F23BC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B129FFC-50A2-9FF5-7207-B5124183909D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41414" y="1038225"/>
            <a:chExt cx="8212036" cy="55816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D2BA085-36FC-D03D-8955-BADDE975EAF3}"/>
                </a:ext>
              </a:extLst>
            </p:cNvPr>
            <p:cNvSpPr/>
            <p:nvPr/>
          </p:nvSpPr>
          <p:spPr>
            <a:xfrm>
              <a:off x="341414" y="1038225"/>
              <a:ext cx="8210550" cy="558164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C673372-34AA-FE4B-92E6-B40DF961D69C}"/>
                </a:ext>
              </a:extLst>
            </p:cNvPr>
            <p:cNvSpPr/>
            <p:nvPr/>
          </p:nvSpPr>
          <p:spPr>
            <a:xfrm>
              <a:off x="342900" y="1038225"/>
              <a:ext cx="8210550" cy="60852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60384A-5BBA-A449-C31E-B82871B61D00}"/>
                </a:ext>
              </a:extLst>
            </p:cNvPr>
            <p:cNvSpPr txBox="1"/>
            <p:nvPr/>
          </p:nvSpPr>
          <p:spPr>
            <a:xfrm>
              <a:off x="408907" y="1079004"/>
              <a:ext cx="177298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b="1" dirty="0"/>
                <a:t>COMJSH</a:t>
              </a:r>
              <a:endParaRPr lang="ko-KR" altLang="en-US" sz="3000" b="1" dirty="0"/>
            </a:p>
          </p:txBody>
        </p:sp>
        <p:sp>
          <p:nvSpPr>
            <p:cNvPr id="9" name="말풍선: 사각형 8">
              <a:extLst>
                <a:ext uri="{FF2B5EF4-FFF2-40B4-BE49-F238E27FC236}">
                  <a16:creationId xmlns:a16="http://schemas.microsoft.com/office/drawing/2014/main" id="{2A769AEE-66AF-0F0C-17E0-4C543B92926A}"/>
                </a:ext>
              </a:extLst>
            </p:cNvPr>
            <p:cNvSpPr/>
            <p:nvPr/>
          </p:nvSpPr>
          <p:spPr>
            <a:xfrm>
              <a:off x="2486844" y="1228189"/>
              <a:ext cx="304800" cy="228600"/>
            </a:xfrm>
            <a:prstGeom prst="wedgeRectCallou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7C60A2-5918-3590-1CFF-076BB2D5BB61}"/>
                </a:ext>
              </a:extLst>
            </p:cNvPr>
            <p:cNvSpPr txBox="1"/>
            <p:nvPr/>
          </p:nvSpPr>
          <p:spPr>
            <a:xfrm>
              <a:off x="2791644" y="1157823"/>
              <a:ext cx="9621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AI </a:t>
              </a:r>
              <a:r>
                <a:rPr lang="ko-KR" altLang="en-US" b="1" dirty="0"/>
                <a:t>채팅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0C4CCA-D8DA-4F09-3CC9-1F1ACB339A27}"/>
                </a:ext>
              </a:extLst>
            </p:cNvPr>
            <p:cNvSpPr txBox="1"/>
            <p:nvPr/>
          </p:nvSpPr>
          <p:spPr>
            <a:xfrm>
              <a:off x="3753767" y="1157823"/>
              <a:ext cx="5334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dirty="0"/>
                <a:t>🔍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FCC3CF0-C0B7-97D6-CFE7-5F3F4D158019}"/>
                </a:ext>
              </a:extLst>
            </p:cNvPr>
            <p:cNvSpPr txBox="1"/>
            <p:nvPr/>
          </p:nvSpPr>
          <p:spPr>
            <a:xfrm>
              <a:off x="4058567" y="1157823"/>
              <a:ext cx="1423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AI </a:t>
              </a:r>
              <a:r>
                <a:rPr lang="ko-KR" altLang="en-US" b="1" dirty="0"/>
                <a:t>종목분석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6D1865F-3CB8-6537-2771-AC01E9518ED8}"/>
                </a:ext>
              </a:extLst>
            </p:cNvPr>
            <p:cNvSpPr/>
            <p:nvPr/>
          </p:nvSpPr>
          <p:spPr>
            <a:xfrm>
              <a:off x="7369543" y="1195922"/>
              <a:ext cx="986172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>
                  <a:solidFill>
                    <a:schemeClr val="tx1"/>
                  </a:solidFill>
                </a:rPr>
                <a:t>로그아웃</a:t>
              </a:r>
              <a:endParaRPr lang="ko-KR" altLang="en-US" sz="15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7C8F70E-1E63-6771-2C37-31994E3B45AA}"/>
                </a:ext>
              </a:extLst>
            </p:cNvPr>
            <p:cNvSpPr/>
            <p:nvPr/>
          </p:nvSpPr>
          <p:spPr>
            <a:xfrm>
              <a:off x="6600825" y="1195922"/>
              <a:ext cx="601908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설정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489041C-2F70-976D-8198-5BAE82E88EC8}"/>
                </a:ext>
              </a:extLst>
            </p:cNvPr>
            <p:cNvSpPr/>
            <p:nvPr/>
          </p:nvSpPr>
          <p:spPr>
            <a:xfrm>
              <a:off x="342900" y="1646753"/>
              <a:ext cx="1838993" cy="497312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3E3A927-27E6-5F25-9B6B-745DB0BD8965}"/>
                </a:ext>
              </a:extLst>
            </p:cNvPr>
            <p:cNvSpPr txBox="1"/>
            <p:nvPr/>
          </p:nvSpPr>
          <p:spPr>
            <a:xfrm>
              <a:off x="342900" y="1765099"/>
              <a:ext cx="13869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삼성 관련 질문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C319F7E-A5C1-335A-299C-487674F202B8}"/>
                </a:ext>
              </a:extLst>
            </p:cNvPr>
            <p:cNvSpPr txBox="1"/>
            <p:nvPr/>
          </p:nvSpPr>
          <p:spPr>
            <a:xfrm>
              <a:off x="342900" y="2072876"/>
              <a:ext cx="9653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주가 비교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7F30A8D-424E-DE77-166C-6364AA9F6BCD}"/>
                </a:ext>
              </a:extLst>
            </p:cNvPr>
            <p:cNvSpPr/>
            <p:nvPr/>
          </p:nvSpPr>
          <p:spPr>
            <a:xfrm>
              <a:off x="341414" y="2365077"/>
              <a:ext cx="1838993" cy="29527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77BDEF5-236D-F13C-9FA6-5B2268EA1EBC}"/>
                </a:ext>
              </a:extLst>
            </p:cNvPr>
            <p:cNvSpPr txBox="1"/>
            <p:nvPr/>
          </p:nvSpPr>
          <p:spPr>
            <a:xfrm>
              <a:off x="342900" y="2667230"/>
              <a:ext cx="7056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채팅 </a:t>
              </a:r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6FDDBD4-D118-0542-90A3-DAA4BB0DFECE}"/>
                </a:ext>
              </a:extLst>
            </p:cNvPr>
            <p:cNvSpPr txBox="1"/>
            <p:nvPr/>
          </p:nvSpPr>
          <p:spPr>
            <a:xfrm>
              <a:off x="342900" y="2975007"/>
              <a:ext cx="7857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accent1">
                      <a:lumMod val="75000"/>
                    </a:schemeClr>
                  </a:solidFill>
                </a:rPr>
                <a:t>새 채팅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242BB1D-FC85-D4EE-815C-A0660060008E}"/>
                </a:ext>
              </a:extLst>
            </p:cNvPr>
            <p:cNvSpPr txBox="1"/>
            <p:nvPr/>
          </p:nvSpPr>
          <p:spPr>
            <a:xfrm>
              <a:off x="342900" y="2370053"/>
              <a:ext cx="8132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LG</a:t>
              </a:r>
              <a:r>
                <a:rPr lang="ko-KR" altLang="en-US" sz="1400" dirty="0"/>
                <a:t> 분석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CBCCF6F-6231-3041-3EA5-61E0517F70DA}"/>
                </a:ext>
              </a:extLst>
            </p:cNvPr>
            <p:cNvSpPr txBox="1"/>
            <p:nvPr/>
          </p:nvSpPr>
          <p:spPr>
            <a:xfrm>
              <a:off x="2241061" y="1821249"/>
              <a:ext cx="10070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LG </a:t>
              </a:r>
              <a:r>
                <a:rPr lang="ko-KR" altLang="en-US" b="1" dirty="0"/>
                <a:t>분석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A297384-D19C-0943-D459-EC0CE58F4CE4}"/>
                </a:ext>
              </a:extLst>
            </p:cNvPr>
            <p:cNvSpPr/>
            <p:nvPr/>
          </p:nvSpPr>
          <p:spPr>
            <a:xfrm>
              <a:off x="4058568" y="2677830"/>
              <a:ext cx="4297148" cy="29717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sz="1500" dirty="0"/>
                <a:t>질문</a:t>
              </a:r>
              <a:r>
                <a:rPr lang="en-US" altLang="ko-KR" sz="1500" dirty="0"/>
                <a:t>1</a:t>
              </a:r>
              <a:endParaRPr lang="ko-KR" altLang="en-US" sz="1500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EBF17C3-30C9-209C-C0C8-30E40D88DB0D}"/>
                </a:ext>
              </a:extLst>
            </p:cNvPr>
            <p:cNvSpPr/>
            <p:nvPr/>
          </p:nvSpPr>
          <p:spPr>
            <a:xfrm>
              <a:off x="2349573" y="3282784"/>
              <a:ext cx="4853159" cy="107985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500" dirty="0"/>
                <a:t>답변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81473C7-9426-CDC8-B99A-BC73CE9EADB0}"/>
                </a:ext>
              </a:extLst>
            </p:cNvPr>
            <p:cNvSpPr/>
            <p:nvPr/>
          </p:nvSpPr>
          <p:spPr>
            <a:xfrm>
              <a:off x="4058568" y="4648852"/>
              <a:ext cx="4297148" cy="29717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sz="1500" dirty="0"/>
                <a:t>질문</a:t>
              </a:r>
              <a:r>
                <a:rPr lang="en-US" altLang="ko-KR" sz="1500" dirty="0"/>
                <a:t>2</a:t>
              </a:r>
              <a:endParaRPr lang="ko-KR" altLang="en-US" sz="1500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22119452-9218-FFF3-EDC5-FC2DE8D40622}"/>
                </a:ext>
              </a:extLst>
            </p:cNvPr>
            <p:cNvSpPr/>
            <p:nvPr/>
          </p:nvSpPr>
          <p:spPr>
            <a:xfrm>
              <a:off x="2349574" y="5345690"/>
              <a:ext cx="4853158" cy="28412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500" dirty="0"/>
                <a:t>답변</a:t>
              </a:r>
              <a:r>
                <a:rPr lang="en-US" altLang="ko-KR" sz="1500" dirty="0"/>
                <a:t>2</a:t>
              </a:r>
              <a:endParaRPr lang="ko-KR" altLang="en-US" sz="1500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1407DC77-362A-E3C1-033C-D7A14DEF42CA}"/>
                </a:ext>
              </a:extLst>
            </p:cNvPr>
            <p:cNvSpPr/>
            <p:nvPr/>
          </p:nvSpPr>
          <p:spPr>
            <a:xfrm>
              <a:off x="2349573" y="6195956"/>
              <a:ext cx="6006141" cy="28412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500" dirty="0"/>
                <a:t>메시지를 입력하세요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4E1BC809-61EC-13FB-923A-64A4A551BE5C}"/>
                </a:ext>
              </a:extLst>
            </p:cNvPr>
            <p:cNvSpPr/>
            <p:nvPr/>
          </p:nvSpPr>
          <p:spPr>
            <a:xfrm>
              <a:off x="7658100" y="6186944"/>
              <a:ext cx="698357" cy="29313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00" dirty="0">
                  <a:solidFill>
                    <a:schemeClr val="bg1"/>
                  </a:solidFill>
                </a:rPr>
                <a:t>보내기</a:t>
              </a:r>
            </a:p>
          </p:txBody>
        </p:sp>
      </p:grpSp>
      <p:sp>
        <p:nvSpPr>
          <p:cNvPr id="48" name="순서도: 연결자 47">
            <a:extLst>
              <a:ext uri="{FF2B5EF4-FFF2-40B4-BE49-F238E27FC236}">
                <a16:creationId xmlns:a16="http://schemas.microsoft.com/office/drawing/2014/main" id="{AE4E3A5F-CBD4-0F89-0785-85997801FFFF}"/>
              </a:ext>
            </a:extLst>
          </p:cNvPr>
          <p:cNvSpPr/>
          <p:nvPr/>
        </p:nvSpPr>
        <p:spPr>
          <a:xfrm>
            <a:off x="2165586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9" name="순서도: 연결자 48">
            <a:extLst>
              <a:ext uri="{FF2B5EF4-FFF2-40B4-BE49-F238E27FC236}">
                <a16:creationId xmlns:a16="http://schemas.microsoft.com/office/drawing/2014/main" id="{3EBC3D11-0FFB-F0F6-E607-CC5953FC1123}"/>
              </a:ext>
            </a:extLst>
          </p:cNvPr>
          <p:cNvSpPr/>
          <p:nvPr/>
        </p:nvSpPr>
        <p:spPr>
          <a:xfrm>
            <a:off x="4633150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0" name="순서도: 연결자 49">
            <a:extLst>
              <a:ext uri="{FF2B5EF4-FFF2-40B4-BE49-F238E27FC236}">
                <a16:creationId xmlns:a16="http://schemas.microsoft.com/office/drawing/2014/main" id="{C9D234EF-4940-96CE-2DB1-1DDF6E421A1F}"/>
              </a:ext>
            </a:extLst>
          </p:cNvPr>
          <p:cNvSpPr/>
          <p:nvPr/>
        </p:nvSpPr>
        <p:spPr>
          <a:xfrm>
            <a:off x="630215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1" name="순서도: 연결자 50">
            <a:extLst>
              <a:ext uri="{FF2B5EF4-FFF2-40B4-BE49-F238E27FC236}">
                <a16:creationId xmlns:a16="http://schemas.microsoft.com/office/drawing/2014/main" id="{5D9E9A3F-73E1-837D-3BC0-6504A22DD130}"/>
              </a:ext>
            </a:extLst>
          </p:cNvPr>
          <p:cNvSpPr/>
          <p:nvPr/>
        </p:nvSpPr>
        <p:spPr>
          <a:xfrm>
            <a:off x="9957542" y="2745098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2" name="순서도: 연결자 51">
            <a:extLst>
              <a:ext uri="{FF2B5EF4-FFF2-40B4-BE49-F238E27FC236}">
                <a16:creationId xmlns:a16="http://schemas.microsoft.com/office/drawing/2014/main" id="{DD9C9AEE-1240-FFA9-16C5-598EA68DA427}"/>
              </a:ext>
            </a:extLst>
          </p:cNvPr>
          <p:cNvSpPr/>
          <p:nvPr/>
        </p:nvSpPr>
        <p:spPr>
          <a:xfrm>
            <a:off x="1107728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54" name="순서도: 연결자 53">
            <a:extLst>
              <a:ext uri="{FF2B5EF4-FFF2-40B4-BE49-F238E27FC236}">
                <a16:creationId xmlns:a16="http://schemas.microsoft.com/office/drawing/2014/main" id="{B51E0EAE-F2F1-ED05-9156-204343EDF21D}"/>
              </a:ext>
            </a:extLst>
          </p:cNvPr>
          <p:cNvSpPr/>
          <p:nvPr/>
        </p:nvSpPr>
        <p:spPr>
          <a:xfrm>
            <a:off x="1994725" y="413336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55" name="순서도: 연결자 54">
            <a:extLst>
              <a:ext uri="{FF2B5EF4-FFF2-40B4-BE49-F238E27FC236}">
                <a16:creationId xmlns:a16="http://schemas.microsoft.com/office/drawing/2014/main" id="{EADAE4A7-F7AF-C5EA-E9F9-6992345F7E6A}"/>
              </a:ext>
            </a:extLst>
          </p:cNvPr>
          <p:cNvSpPr/>
          <p:nvPr/>
        </p:nvSpPr>
        <p:spPr>
          <a:xfrm>
            <a:off x="2028786" y="518180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56" name="순서도: 연결자 55">
            <a:extLst>
              <a:ext uri="{FF2B5EF4-FFF2-40B4-BE49-F238E27FC236}">
                <a16:creationId xmlns:a16="http://schemas.microsoft.com/office/drawing/2014/main" id="{0E1FF09F-6346-F385-8087-0F0767BBCD8F}"/>
              </a:ext>
            </a:extLst>
          </p:cNvPr>
          <p:cNvSpPr/>
          <p:nvPr/>
        </p:nvSpPr>
        <p:spPr>
          <a:xfrm>
            <a:off x="5797127" y="3819303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57" name="순서도: 연결자 56">
            <a:extLst>
              <a:ext uri="{FF2B5EF4-FFF2-40B4-BE49-F238E27FC236}">
                <a16:creationId xmlns:a16="http://schemas.microsoft.com/office/drawing/2014/main" id="{0369F5B4-774D-273A-701F-BE3AFFF35A21}"/>
              </a:ext>
            </a:extLst>
          </p:cNvPr>
          <p:cNvSpPr/>
          <p:nvPr/>
        </p:nvSpPr>
        <p:spPr>
          <a:xfrm>
            <a:off x="12045949" y="4341908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58" name="순서도: 연결자 57">
            <a:extLst>
              <a:ext uri="{FF2B5EF4-FFF2-40B4-BE49-F238E27FC236}">
                <a16:creationId xmlns:a16="http://schemas.microsoft.com/office/drawing/2014/main" id="{9F0AB24A-9B87-CB02-DD61-3DF28225FAD1}"/>
              </a:ext>
            </a:extLst>
          </p:cNvPr>
          <p:cNvSpPr/>
          <p:nvPr/>
        </p:nvSpPr>
        <p:spPr>
          <a:xfrm>
            <a:off x="4811354" y="54239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59" name="순서도: 연결자 58">
            <a:extLst>
              <a:ext uri="{FF2B5EF4-FFF2-40B4-BE49-F238E27FC236}">
                <a16:creationId xmlns:a16="http://schemas.microsoft.com/office/drawing/2014/main" id="{9967E289-9F5C-E2C4-DFC9-715F0856F3F7}"/>
              </a:ext>
            </a:extLst>
          </p:cNvPr>
          <p:cNvSpPr/>
          <p:nvPr/>
        </p:nvSpPr>
        <p:spPr>
          <a:xfrm>
            <a:off x="4703579" y="8635658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60" name="순서도: 연결자 59">
            <a:extLst>
              <a:ext uri="{FF2B5EF4-FFF2-40B4-BE49-F238E27FC236}">
                <a16:creationId xmlns:a16="http://schemas.microsoft.com/office/drawing/2014/main" id="{A782D49E-221D-343E-DBFD-1F479B1BC605}"/>
              </a:ext>
            </a:extLst>
          </p:cNvPr>
          <p:cNvSpPr/>
          <p:nvPr/>
        </p:nvSpPr>
        <p:spPr>
          <a:xfrm>
            <a:off x="11283635" y="858736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36035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C5FCD-248F-2CD7-950E-C1C0960EC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51FA704-52CD-276E-2C92-BBAC2E177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F7157BE-F862-61F2-332B-7C203E776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30CFFE8-B33D-6124-6031-37E9C8731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27AAB19A-B1C1-2223-A2DF-A1F51DA3F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757DB113-F684-E64A-D4DA-61B01A54C2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A5D9D3F7-65F2-9669-019E-42BC16BF0749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FE97372-C49B-D903-6DAF-38905742BFBF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AI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종목 분석 창 화면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D3795DC-2A15-FCDF-DF88-DC7A8C8D9B93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1849EBBA-0DE9-8A0D-511E-E65D3BB0329C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34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CB82C11-3F9D-0DE2-63BF-CB7DAF1B8264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F618B1EE-C076-47AD-BE84-49B849D6C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77DE89C0-B8C0-9D23-2541-E7933BB6A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3F468EF1-2949-C227-F82A-5CD404F416E6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748A6419-AF01-F730-7080-78ADE2F29402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8B1BDC7A-9136-4D11-E385-8CBEEBDCECFC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AF9718D5-E042-8B43-993E-F5E3EB2C296A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E580B969-29EE-5AF3-6FC1-C73B04C14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4CF3F943-39BD-A41A-6FE8-399A490BFE41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2FCDBA43-55A2-B7BE-7E04-727871C5F3B3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C259676A-9EBF-9749-8FE2-91F3322BDC61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EAE0E83F-34CF-9F7D-1094-6DDE3DC96D88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C5558B6-CFC5-4EB1-73DA-E2D278C446AD}"/>
              </a:ext>
            </a:extLst>
          </p:cNvPr>
          <p:cNvGrpSpPr/>
          <p:nvPr/>
        </p:nvGrpSpPr>
        <p:grpSpPr>
          <a:xfrm>
            <a:off x="2520000" y="2952000"/>
            <a:ext cx="10260000" cy="6660000"/>
            <a:chOff x="342900" y="1038225"/>
            <a:chExt cx="8210550" cy="55816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E4DDAB7-9694-0409-1CE1-494AB817FFB7}"/>
                </a:ext>
              </a:extLst>
            </p:cNvPr>
            <p:cNvSpPr/>
            <p:nvPr/>
          </p:nvSpPr>
          <p:spPr>
            <a:xfrm>
              <a:off x="342900" y="1038225"/>
              <a:ext cx="8210550" cy="558164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159411AA-5EFF-64F8-BF54-4917D83E5993}"/>
                </a:ext>
              </a:extLst>
            </p:cNvPr>
            <p:cNvGrpSpPr/>
            <p:nvPr/>
          </p:nvGrpSpPr>
          <p:grpSpPr>
            <a:xfrm>
              <a:off x="342900" y="1038225"/>
              <a:ext cx="8210550" cy="608528"/>
              <a:chOff x="333375" y="1357849"/>
              <a:chExt cx="8210550" cy="60852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2B05B54D-9F1E-2A3F-39CE-BFCE02A96C84}"/>
                  </a:ext>
                </a:extLst>
              </p:cNvPr>
              <p:cNvSpPr/>
              <p:nvPr/>
            </p:nvSpPr>
            <p:spPr>
              <a:xfrm>
                <a:off x="333375" y="1357849"/>
                <a:ext cx="8210550" cy="60852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F89294-A7EE-2519-F57E-7E9DC249BA64}"/>
                  </a:ext>
                </a:extLst>
              </p:cNvPr>
              <p:cNvSpPr txBox="1"/>
              <p:nvPr/>
            </p:nvSpPr>
            <p:spPr>
              <a:xfrm>
                <a:off x="408907" y="1398628"/>
                <a:ext cx="177298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000" b="1" dirty="0"/>
                  <a:t>COMJSH</a:t>
                </a:r>
                <a:endParaRPr lang="ko-KR" altLang="en-US" sz="3000" b="1" dirty="0"/>
              </a:p>
            </p:txBody>
          </p:sp>
          <p:sp>
            <p:nvSpPr>
              <p:cNvPr id="10" name="말풍선: 사각형 9">
                <a:extLst>
                  <a:ext uri="{FF2B5EF4-FFF2-40B4-BE49-F238E27FC236}">
                    <a16:creationId xmlns:a16="http://schemas.microsoft.com/office/drawing/2014/main" id="{20DCA83E-9FFF-1999-FA7C-FB7CCFAE4FFA}"/>
                  </a:ext>
                </a:extLst>
              </p:cNvPr>
              <p:cNvSpPr/>
              <p:nvPr/>
            </p:nvSpPr>
            <p:spPr>
              <a:xfrm>
                <a:off x="2486844" y="1547813"/>
                <a:ext cx="304800" cy="228600"/>
              </a:xfrm>
              <a:prstGeom prst="wedgeRectCallou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6292D7-551C-545C-0AD7-F967602A05B3}"/>
                  </a:ext>
                </a:extLst>
              </p:cNvPr>
              <p:cNvSpPr txBox="1"/>
              <p:nvPr/>
            </p:nvSpPr>
            <p:spPr>
              <a:xfrm>
                <a:off x="2791644" y="1477447"/>
                <a:ext cx="9621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/>
                  <a:t>AI </a:t>
                </a:r>
                <a:r>
                  <a:rPr lang="ko-KR" altLang="en-US" b="1" dirty="0"/>
                  <a:t>채팅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F4FBB0-0441-D74F-D6A3-B72EF5B29C57}"/>
                  </a:ext>
                </a:extLst>
              </p:cNvPr>
              <p:cNvSpPr txBox="1"/>
              <p:nvPr/>
            </p:nvSpPr>
            <p:spPr>
              <a:xfrm>
                <a:off x="3753767" y="1477447"/>
                <a:ext cx="533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/>
                  <a:t>🔍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AA6661-14F8-D197-B169-899CEBDD4D31}"/>
                  </a:ext>
                </a:extLst>
              </p:cNvPr>
              <p:cNvSpPr txBox="1"/>
              <p:nvPr/>
            </p:nvSpPr>
            <p:spPr>
              <a:xfrm>
                <a:off x="4058567" y="1477447"/>
                <a:ext cx="14237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/>
                  <a:t>AI </a:t>
                </a:r>
                <a:r>
                  <a:rPr lang="ko-KR" altLang="en-US" b="1" dirty="0"/>
                  <a:t>종목분석</a:t>
                </a: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FEB604EB-FEC4-9C35-D9A0-DFE83A8DB7DF}"/>
                  </a:ext>
                </a:extLst>
              </p:cNvPr>
              <p:cNvSpPr/>
              <p:nvPr/>
            </p:nvSpPr>
            <p:spPr>
              <a:xfrm>
                <a:off x="7369543" y="1515546"/>
                <a:ext cx="986172" cy="29313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>
                    <a:solidFill>
                      <a:schemeClr val="tx1"/>
                    </a:solidFill>
                  </a:rPr>
                  <a:t>로그아웃</a:t>
                </a:r>
                <a:endParaRPr lang="ko-KR" altLang="en-US" sz="15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9755BA79-C5EA-4BD4-A3AC-74E74C7EBF71}"/>
                  </a:ext>
                </a:extLst>
              </p:cNvPr>
              <p:cNvSpPr/>
              <p:nvPr/>
            </p:nvSpPr>
            <p:spPr>
              <a:xfrm>
                <a:off x="6600825" y="1515546"/>
                <a:ext cx="601908" cy="29313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 dirty="0">
                    <a:solidFill>
                      <a:schemeClr val="tx1"/>
                    </a:solidFill>
                  </a:rPr>
                  <a:t>설정</a:t>
                </a:r>
              </a:p>
            </p:txBody>
          </p:sp>
        </p:grp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84C6ED8-7A34-F5A0-9C43-15E70159B1E0}"/>
                </a:ext>
              </a:extLst>
            </p:cNvPr>
            <p:cNvSpPr/>
            <p:nvPr/>
          </p:nvSpPr>
          <p:spPr>
            <a:xfrm>
              <a:off x="2372275" y="1783240"/>
              <a:ext cx="6076950" cy="9271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/>
                <a:t> </a:t>
              </a:r>
              <a:r>
                <a:rPr lang="ko-KR" altLang="en-US" sz="1700" dirty="0"/>
                <a:t>삼성전자 </a:t>
              </a:r>
              <a:r>
                <a:rPr lang="en-US" altLang="ko-KR" sz="1700" dirty="0"/>
                <a:t>| 005930</a:t>
              </a:r>
            </a:p>
            <a:p>
              <a:r>
                <a:rPr lang="ko-KR" altLang="en-US" sz="1000" dirty="0"/>
                <a:t>　</a:t>
              </a:r>
              <a:br>
                <a:rPr lang="en-US" altLang="ko-KR" sz="1800" dirty="0"/>
              </a:br>
              <a:r>
                <a:rPr lang="en-US" altLang="ko-KR" sz="1200" dirty="0"/>
                <a:t>EPS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4,091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| BPS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55,011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|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PER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14.91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| </a:t>
              </a:r>
              <a:r>
                <a:rPr lang="ko-KR" altLang="en-US" sz="1200" dirty="0"/>
                <a:t>업종</a:t>
              </a:r>
              <a:r>
                <a:rPr lang="en-US" altLang="ko-KR" sz="1200" dirty="0"/>
                <a:t>PER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17.85| PBR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1.11 | </a:t>
              </a:r>
              <a:r>
                <a:rPr lang="ko-KR" altLang="en-US" sz="1200" dirty="0"/>
                <a:t>현금배당수익</a:t>
              </a:r>
              <a:r>
                <a:rPr lang="en-US" altLang="ko-KR" sz="1200" dirty="0"/>
                <a:t>2.37%</a:t>
              </a:r>
              <a:endParaRPr lang="ko-KR" altLang="en-US" sz="1100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74D72324-A525-EBBA-0EC3-D3E48EE139F5}"/>
                </a:ext>
              </a:extLst>
            </p:cNvPr>
            <p:cNvSpPr/>
            <p:nvPr/>
          </p:nvSpPr>
          <p:spPr>
            <a:xfrm>
              <a:off x="2372275" y="2843690"/>
              <a:ext cx="6076950" cy="2667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/>
                <a:t>삼성전자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위기론 확산 속 신저가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713415C-10F6-9370-5809-52DF33E7D8CC}"/>
                </a:ext>
              </a:extLst>
            </p:cNvPr>
            <p:cNvSpPr/>
            <p:nvPr/>
          </p:nvSpPr>
          <p:spPr>
            <a:xfrm>
              <a:off x="2372275" y="3135790"/>
              <a:ext cx="6076950" cy="2667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i="0" dirty="0"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삼성전자</a:t>
              </a:r>
              <a:r>
                <a:rPr lang="en-US" altLang="ko-KR" sz="1400" i="0" dirty="0"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, TSMC</a:t>
              </a:r>
              <a:r>
                <a:rPr lang="ko-KR" altLang="en-US" sz="1400" i="0" dirty="0"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와 엎치락뒤치락</a:t>
              </a:r>
              <a:r>
                <a:rPr lang="en-US" altLang="ko-KR" sz="1400" i="0" dirty="0"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… 3</a:t>
              </a:r>
              <a:r>
                <a:rPr lang="ko-KR" altLang="en-US" sz="1400" i="0" dirty="0"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분기 반도체 매출 </a:t>
              </a:r>
              <a:r>
                <a:rPr lang="en-US" altLang="ko-KR" sz="1400" i="0" dirty="0"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1</a:t>
              </a:r>
              <a:r>
                <a:rPr lang="ko-KR" altLang="en-US" sz="1400" i="0" dirty="0"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위 </a:t>
              </a:r>
              <a:r>
                <a:rPr lang="ko-KR" altLang="en-US" sz="1400" i="0" dirty="0" err="1"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내줄듯</a:t>
              </a:r>
              <a:endParaRPr lang="ko-KR" altLang="en-US" sz="1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9ADC32B-73E6-B81D-3C6F-E663486C06CA}"/>
                </a:ext>
              </a:extLst>
            </p:cNvPr>
            <p:cNvSpPr/>
            <p:nvPr/>
          </p:nvSpPr>
          <p:spPr>
            <a:xfrm>
              <a:off x="2372275" y="3427890"/>
              <a:ext cx="6076950" cy="2667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/>
                <a:t>“</a:t>
              </a:r>
              <a:r>
                <a:rPr lang="en-US" altLang="ko-KR" sz="1400" dirty="0"/>
                <a:t>AI </a:t>
              </a:r>
              <a:r>
                <a:rPr lang="ko-KR" altLang="en-US" sz="1400" dirty="0"/>
                <a:t>반도체 고객 요구에 대응 </a:t>
              </a:r>
              <a:r>
                <a:rPr lang="ko-KR" altLang="en-US" sz="1400" dirty="0" err="1"/>
                <a:t>안한</a:t>
              </a:r>
              <a:r>
                <a:rPr lang="ko-KR" altLang="en-US" sz="1400" dirty="0"/>
                <a:t> 삼성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시대 변화 못 읽었다”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BAE601D-6416-430C-6DDA-E10F87D0B285}"/>
                </a:ext>
              </a:extLst>
            </p:cNvPr>
            <p:cNvSpPr/>
            <p:nvPr/>
          </p:nvSpPr>
          <p:spPr>
            <a:xfrm>
              <a:off x="568993" y="1783240"/>
              <a:ext cx="1428750" cy="5588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/>
                <a:t>  삼성전자</a:t>
              </a:r>
              <a:endParaRPr lang="en-US" altLang="ko-KR" sz="1100" dirty="0"/>
            </a:p>
            <a:p>
              <a:r>
                <a:rPr lang="en-US" altLang="ko-KR" sz="1100" dirty="0"/>
                <a:t>  1000</a:t>
              </a:r>
              <a:r>
                <a:rPr lang="ko-KR" altLang="en-US" sz="1100" dirty="0"/>
                <a:t>주 </a:t>
              </a:r>
              <a:endParaRPr lang="en-US" altLang="ko-KR" sz="1100" dirty="0"/>
            </a:p>
            <a:p>
              <a:r>
                <a:rPr lang="en-US" altLang="ko-KR" sz="1100" dirty="0">
                  <a:solidFill>
                    <a:schemeClr val="bg1"/>
                  </a:solidFill>
                </a:rPr>
                <a:t> +300,000\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F5D0320B-E842-AEA5-509C-E55E4406D364}"/>
                </a:ext>
              </a:extLst>
            </p:cNvPr>
            <p:cNvSpPr/>
            <p:nvPr/>
          </p:nvSpPr>
          <p:spPr>
            <a:xfrm>
              <a:off x="568993" y="2413477"/>
              <a:ext cx="1428750" cy="5588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/>
                <a:t> </a:t>
              </a:r>
              <a:r>
                <a:rPr lang="en-US" altLang="ko-KR" sz="1100" dirty="0"/>
                <a:t>LG</a:t>
              </a:r>
              <a:r>
                <a:rPr lang="ko-KR" altLang="en-US" sz="1100" dirty="0"/>
                <a:t>전자</a:t>
              </a:r>
              <a:endParaRPr lang="en-US" altLang="ko-KR" sz="1100" dirty="0"/>
            </a:p>
            <a:p>
              <a:r>
                <a:rPr lang="en-US" altLang="ko-KR" sz="1100" dirty="0"/>
                <a:t>  1000</a:t>
              </a:r>
              <a:r>
                <a:rPr lang="ko-KR" altLang="en-US" sz="1100" dirty="0"/>
                <a:t>주 </a:t>
              </a:r>
              <a:endParaRPr lang="en-US" altLang="ko-KR" sz="1100" dirty="0"/>
            </a:p>
            <a:p>
              <a:r>
                <a:rPr lang="en-US" altLang="ko-KR" sz="1100" dirty="0">
                  <a:solidFill>
                    <a:schemeClr val="bg1"/>
                  </a:solidFill>
                </a:rPr>
                <a:t> </a:t>
              </a:r>
              <a:r>
                <a:rPr lang="en-US" altLang="ko-KR" sz="1100" dirty="0">
                  <a:solidFill>
                    <a:srgbClr val="FF0000"/>
                  </a:solidFill>
                </a:rPr>
                <a:t>-300,000\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C89A5A1-8597-FC84-6701-BCB6BF81E67A}"/>
                </a:ext>
              </a:extLst>
            </p:cNvPr>
            <p:cNvSpPr/>
            <p:nvPr/>
          </p:nvSpPr>
          <p:spPr>
            <a:xfrm>
              <a:off x="568993" y="3043714"/>
              <a:ext cx="1428750" cy="5588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7A341F7-B9AF-39B9-568A-0810960DE360}"/>
                </a:ext>
              </a:extLst>
            </p:cNvPr>
            <p:cNvSpPr/>
            <p:nvPr/>
          </p:nvSpPr>
          <p:spPr>
            <a:xfrm>
              <a:off x="2080292" y="1783240"/>
              <a:ext cx="111126" cy="4703285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CCBF008-EEF4-BAEE-1EF3-E956E858C792}"/>
                </a:ext>
              </a:extLst>
            </p:cNvPr>
            <p:cNvSpPr/>
            <p:nvPr/>
          </p:nvSpPr>
          <p:spPr>
            <a:xfrm>
              <a:off x="2089818" y="6136165"/>
              <a:ext cx="101600" cy="34925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63D09DC-F12C-915D-4431-3C6B35E57DFB}"/>
                </a:ext>
              </a:extLst>
            </p:cNvPr>
            <p:cNvSpPr/>
            <p:nvPr/>
          </p:nvSpPr>
          <p:spPr>
            <a:xfrm>
              <a:off x="1123950" y="3151664"/>
              <a:ext cx="342900" cy="3429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+</a:t>
              </a:r>
              <a:endParaRPr lang="ko-KR" altLang="en-US" dirty="0"/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597880F3-025E-F408-D1C8-528D61A51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62691"/>
            <a:stretch/>
          </p:blipFill>
          <p:spPr>
            <a:xfrm>
              <a:off x="2372275" y="3782387"/>
              <a:ext cx="5866850" cy="270302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DC94D262-FE88-FD7F-6EB5-B85B355F5F06}"/>
                </a:ext>
              </a:extLst>
            </p:cNvPr>
            <p:cNvSpPr/>
            <p:nvPr/>
          </p:nvSpPr>
          <p:spPr>
            <a:xfrm>
              <a:off x="8286750" y="3782387"/>
              <a:ext cx="111126" cy="270413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7ADEEBEA-A7D0-E0BC-CD8B-55ACDA4B4BB0}"/>
                </a:ext>
              </a:extLst>
            </p:cNvPr>
            <p:cNvSpPr/>
            <p:nvPr/>
          </p:nvSpPr>
          <p:spPr>
            <a:xfrm>
              <a:off x="8286750" y="3796377"/>
              <a:ext cx="100014" cy="1013748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8" name="순서도: 연결자 47">
            <a:extLst>
              <a:ext uri="{FF2B5EF4-FFF2-40B4-BE49-F238E27FC236}">
                <a16:creationId xmlns:a16="http://schemas.microsoft.com/office/drawing/2014/main" id="{300A0869-39F3-00C6-86AD-B255B968781D}"/>
              </a:ext>
            </a:extLst>
          </p:cNvPr>
          <p:cNvSpPr/>
          <p:nvPr/>
        </p:nvSpPr>
        <p:spPr>
          <a:xfrm>
            <a:off x="2165586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9" name="순서도: 연결자 48">
            <a:extLst>
              <a:ext uri="{FF2B5EF4-FFF2-40B4-BE49-F238E27FC236}">
                <a16:creationId xmlns:a16="http://schemas.microsoft.com/office/drawing/2014/main" id="{47F85B8A-D484-B003-44B8-8383E46B782F}"/>
              </a:ext>
            </a:extLst>
          </p:cNvPr>
          <p:cNvSpPr/>
          <p:nvPr/>
        </p:nvSpPr>
        <p:spPr>
          <a:xfrm>
            <a:off x="4633150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0" name="순서도: 연결자 49">
            <a:extLst>
              <a:ext uri="{FF2B5EF4-FFF2-40B4-BE49-F238E27FC236}">
                <a16:creationId xmlns:a16="http://schemas.microsoft.com/office/drawing/2014/main" id="{0DE4FE92-22E4-8E3C-090E-FAC1050574E2}"/>
              </a:ext>
            </a:extLst>
          </p:cNvPr>
          <p:cNvSpPr/>
          <p:nvPr/>
        </p:nvSpPr>
        <p:spPr>
          <a:xfrm>
            <a:off x="630215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1" name="순서도: 연결자 50">
            <a:extLst>
              <a:ext uri="{FF2B5EF4-FFF2-40B4-BE49-F238E27FC236}">
                <a16:creationId xmlns:a16="http://schemas.microsoft.com/office/drawing/2014/main" id="{D0CF11BD-FD44-8902-64E2-ACDC9E958256}"/>
              </a:ext>
            </a:extLst>
          </p:cNvPr>
          <p:cNvSpPr/>
          <p:nvPr/>
        </p:nvSpPr>
        <p:spPr>
          <a:xfrm>
            <a:off x="9957542" y="2745098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2" name="순서도: 연결자 51">
            <a:extLst>
              <a:ext uri="{FF2B5EF4-FFF2-40B4-BE49-F238E27FC236}">
                <a16:creationId xmlns:a16="http://schemas.microsoft.com/office/drawing/2014/main" id="{B685C4C0-82C2-421B-E24F-6D6D3A2FEB8C}"/>
              </a:ext>
            </a:extLst>
          </p:cNvPr>
          <p:cNvSpPr/>
          <p:nvPr/>
        </p:nvSpPr>
        <p:spPr>
          <a:xfrm>
            <a:off x="11077288" y="274320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54" name="순서도: 연결자 53">
            <a:extLst>
              <a:ext uri="{FF2B5EF4-FFF2-40B4-BE49-F238E27FC236}">
                <a16:creationId xmlns:a16="http://schemas.microsoft.com/office/drawing/2014/main" id="{161146A5-CEF7-B971-DC21-35116E265808}"/>
              </a:ext>
            </a:extLst>
          </p:cNvPr>
          <p:cNvSpPr/>
          <p:nvPr/>
        </p:nvSpPr>
        <p:spPr>
          <a:xfrm>
            <a:off x="2309586" y="3455194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55" name="순서도: 연결자 54">
            <a:extLst>
              <a:ext uri="{FF2B5EF4-FFF2-40B4-BE49-F238E27FC236}">
                <a16:creationId xmlns:a16="http://schemas.microsoft.com/office/drawing/2014/main" id="{CED4D281-3D2E-2D45-AD7F-4161044DCDD8}"/>
              </a:ext>
            </a:extLst>
          </p:cNvPr>
          <p:cNvSpPr/>
          <p:nvPr/>
        </p:nvSpPr>
        <p:spPr>
          <a:xfrm>
            <a:off x="2320521" y="5275453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56" name="순서도: 연결자 55">
            <a:extLst>
              <a:ext uri="{FF2B5EF4-FFF2-40B4-BE49-F238E27FC236}">
                <a16:creationId xmlns:a16="http://schemas.microsoft.com/office/drawing/2014/main" id="{15355EFB-F788-273D-296F-36437EF403BE}"/>
              </a:ext>
            </a:extLst>
          </p:cNvPr>
          <p:cNvSpPr/>
          <p:nvPr/>
        </p:nvSpPr>
        <p:spPr>
          <a:xfrm>
            <a:off x="4937950" y="3517965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57" name="순서도: 연결자 56">
            <a:extLst>
              <a:ext uri="{FF2B5EF4-FFF2-40B4-BE49-F238E27FC236}">
                <a16:creationId xmlns:a16="http://schemas.microsoft.com/office/drawing/2014/main" id="{054AD7D5-3842-F664-76AC-0211DF6557B9}"/>
              </a:ext>
            </a:extLst>
          </p:cNvPr>
          <p:cNvSpPr/>
          <p:nvPr/>
        </p:nvSpPr>
        <p:spPr>
          <a:xfrm>
            <a:off x="4543864" y="4828488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58" name="순서도: 연결자 57">
            <a:extLst>
              <a:ext uri="{FF2B5EF4-FFF2-40B4-BE49-F238E27FC236}">
                <a16:creationId xmlns:a16="http://schemas.microsoft.com/office/drawing/2014/main" id="{D59D3F84-3E2E-B5CB-00B9-BB07D2A6730A}"/>
              </a:ext>
            </a:extLst>
          </p:cNvPr>
          <p:cNvSpPr/>
          <p:nvPr/>
        </p:nvSpPr>
        <p:spPr>
          <a:xfrm>
            <a:off x="4645924" y="608546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31E307-6C3C-E7C5-1854-912B104C3BC9}"/>
              </a:ext>
            </a:extLst>
          </p:cNvPr>
          <p:cNvSpPr txBox="1"/>
          <p:nvPr/>
        </p:nvSpPr>
        <p:spPr>
          <a:xfrm>
            <a:off x="4234702" y="373612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60" name="순서도: 연결자 59">
            <a:extLst>
              <a:ext uri="{FF2B5EF4-FFF2-40B4-BE49-F238E27FC236}">
                <a16:creationId xmlns:a16="http://schemas.microsoft.com/office/drawing/2014/main" id="{E96FA72E-9241-18C1-083A-EAAD040FC839}"/>
              </a:ext>
            </a:extLst>
          </p:cNvPr>
          <p:cNvSpPr/>
          <p:nvPr/>
        </p:nvSpPr>
        <p:spPr>
          <a:xfrm>
            <a:off x="3722656" y="3539758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4660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D9CA6-A046-D412-431B-1CCB360A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F0D84DC-A6EF-EBB0-ACD1-631FE5659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BC25337-BF05-C9FE-D2D4-324AA00E0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68942FB-D613-C9F9-3FB8-0F8097307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F735E51-169D-66FA-7446-2042A6414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E2686EB8-7F67-E8C5-62DC-D4B4FCD65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88404500-9A92-D494-A7F4-E14CA7235665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DFC2695-7E5F-1442-5FB4-99977CD049DA}"/>
              </a:ext>
            </a:extLst>
          </p:cNvPr>
          <p:cNvSpPr txBox="1"/>
          <p:nvPr/>
        </p:nvSpPr>
        <p:spPr>
          <a:xfrm>
            <a:off x="8267700" y="2019300"/>
            <a:ext cx="7962900" cy="4183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종목 수정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 &amp;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종목 삭제 선택창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,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채팅 삭제 </a:t>
            </a:r>
            <a:r>
              <a:rPr lang="ko-KR" altLang="en-US" sz="2500" spc="-100" dirty="0" err="1">
                <a:solidFill>
                  <a:srgbClr val="747EA7"/>
                </a:solidFill>
                <a:latin typeface="Pretendard Regular"/>
                <a:ea typeface="Pretendard Regular"/>
              </a:rPr>
              <a:t>경고창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 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8D538AE-C457-C5E9-35E8-30F0A9A73A85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709EA63D-72E7-B5D3-6BFB-DB553BB43968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35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3DA5F92-A4D9-FD10-DA24-66880AD9F2BB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B1E9F8D3-0FBC-729B-7D5A-90C4188E5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C9A904E1-4AA2-8DCA-967C-06B86547F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8DA6F7D8-9B4C-6084-7C30-F811F1790929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2FF399F3-5E34-5EDE-1D2C-3F0EBF941D47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289BB3A3-F6D0-9CB3-DA81-D92653E22AAA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6BDF06A8-45BD-A3FA-7A61-1DA938A8956F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668DB969-9999-208D-3FA4-456A76FFB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28BDF549-3402-32C4-215C-EE3A84940F09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8046A506-AEB4-D83F-C053-84C844197030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490506A6-CE41-F58C-3302-A19FB1B0BBF0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415849CB-7E66-7B8E-D1A7-27FB04E1D304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16F2D57-9781-3A9D-74B4-D792EC2B2B9D}"/>
              </a:ext>
            </a:extLst>
          </p:cNvPr>
          <p:cNvSpPr/>
          <p:nvPr/>
        </p:nvSpPr>
        <p:spPr>
          <a:xfrm>
            <a:off x="3972800" y="4796971"/>
            <a:ext cx="1589800" cy="1032329"/>
          </a:xfrm>
          <a:prstGeom prst="rect">
            <a:avLst/>
          </a:prstGeom>
          <a:solidFill>
            <a:srgbClr val="EEECE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946EB4-4CD0-C2AC-8265-98461999BF40}"/>
              </a:ext>
            </a:extLst>
          </p:cNvPr>
          <p:cNvSpPr txBox="1"/>
          <p:nvPr/>
        </p:nvSpPr>
        <p:spPr>
          <a:xfrm>
            <a:off x="4114800" y="4926568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종목 수정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F4290D-E7D4-E910-F267-1F03DCD45ECC}"/>
              </a:ext>
            </a:extLst>
          </p:cNvPr>
          <p:cNvSpPr txBox="1"/>
          <p:nvPr/>
        </p:nvSpPr>
        <p:spPr>
          <a:xfrm>
            <a:off x="4114800" y="5383768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종목 삭제</a:t>
            </a:r>
          </a:p>
        </p:txBody>
      </p:sp>
      <p:sp>
        <p:nvSpPr>
          <p:cNvPr id="51" name="순서도: 연결자 50">
            <a:extLst>
              <a:ext uri="{FF2B5EF4-FFF2-40B4-BE49-F238E27FC236}">
                <a16:creationId xmlns:a16="http://schemas.microsoft.com/office/drawing/2014/main" id="{210D5B87-C1FE-D8CC-0175-A3CF757D9E1A}"/>
              </a:ext>
            </a:extLst>
          </p:cNvPr>
          <p:cNvSpPr/>
          <p:nvPr/>
        </p:nvSpPr>
        <p:spPr>
          <a:xfrm>
            <a:off x="3541000" y="444189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2" name="순서도: 연결자 51">
            <a:extLst>
              <a:ext uri="{FF2B5EF4-FFF2-40B4-BE49-F238E27FC236}">
                <a16:creationId xmlns:a16="http://schemas.microsoft.com/office/drawing/2014/main" id="{5E42503E-D80A-BB51-E290-FB35863715B5}"/>
              </a:ext>
            </a:extLst>
          </p:cNvPr>
          <p:cNvSpPr/>
          <p:nvPr/>
        </p:nvSpPr>
        <p:spPr>
          <a:xfrm>
            <a:off x="3544866" y="520281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8D779DF-3D52-18B8-F602-58B9C4CCC6E5}"/>
              </a:ext>
            </a:extLst>
          </p:cNvPr>
          <p:cNvSpPr/>
          <p:nvPr/>
        </p:nvSpPr>
        <p:spPr>
          <a:xfrm>
            <a:off x="3972800" y="6758602"/>
            <a:ext cx="5238346" cy="1813898"/>
          </a:xfrm>
          <a:prstGeom prst="rect">
            <a:avLst/>
          </a:prstGeom>
          <a:solidFill>
            <a:srgbClr val="EEECE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EA04EB-C30C-8769-329D-0587AEC3EB48}"/>
              </a:ext>
            </a:extLst>
          </p:cNvPr>
          <p:cNvSpPr txBox="1"/>
          <p:nvPr/>
        </p:nvSpPr>
        <p:spPr>
          <a:xfrm>
            <a:off x="4110929" y="6932395"/>
            <a:ext cx="34836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 b="1" dirty="0"/>
              <a:t>채팅을 </a:t>
            </a:r>
            <a:r>
              <a:rPr lang="ko-KR" altLang="en-US" sz="2200" b="1" dirty="0" err="1"/>
              <a:t>삭제하시겠습니까</a:t>
            </a:r>
            <a:r>
              <a:rPr lang="en-US" altLang="ko-KR" sz="2200" b="1" dirty="0"/>
              <a:t>?</a:t>
            </a:r>
            <a:endParaRPr lang="ko-KR" altLang="en-US" sz="22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426370-6548-A46B-254A-38847CC03531}"/>
              </a:ext>
            </a:extLst>
          </p:cNvPr>
          <p:cNvSpPr txBox="1"/>
          <p:nvPr/>
        </p:nvSpPr>
        <p:spPr>
          <a:xfrm>
            <a:off x="4034729" y="7363282"/>
            <a:ext cx="517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해당 채팅이 영구히 삭제되며 복구할 수 없습니다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5032470-248D-DCBE-50A3-31B3C626805F}"/>
              </a:ext>
            </a:extLst>
          </p:cNvPr>
          <p:cNvSpPr/>
          <p:nvPr/>
        </p:nvSpPr>
        <p:spPr>
          <a:xfrm>
            <a:off x="8535068" y="8231414"/>
            <a:ext cx="608932" cy="2931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F6FE80D-A04C-B2C0-F317-69D77999AE7C}"/>
              </a:ext>
            </a:extLst>
          </p:cNvPr>
          <p:cNvSpPr/>
          <p:nvPr/>
        </p:nvSpPr>
        <p:spPr>
          <a:xfrm>
            <a:off x="7822704" y="8231414"/>
            <a:ext cx="608932" cy="29313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60" name="순서도: 연결자 59">
            <a:extLst>
              <a:ext uri="{FF2B5EF4-FFF2-40B4-BE49-F238E27FC236}">
                <a16:creationId xmlns:a16="http://schemas.microsoft.com/office/drawing/2014/main" id="{F0170295-0ECB-313C-0242-3A14CFD91B46}"/>
              </a:ext>
            </a:extLst>
          </p:cNvPr>
          <p:cNvSpPr/>
          <p:nvPr/>
        </p:nvSpPr>
        <p:spPr>
          <a:xfrm>
            <a:off x="7289775" y="8305064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61" name="순서도: 연결자 60">
            <a:extLst>
              <a:ext uri="{FF2B5EF4-FFF2-40B4-BE49-F238E27FC236}">
                <a16:creationId xmlns:a16="http://schemas.microsoft.com/office/drawing/2014/main" id="{50711C01-0907-1BD5-C6D3-7CB86C35A00E}"/>
              </a:ext>
            </a:extLst>
          </p:cNvPr>
          <p:cNvSpPr/>
          <p:nvPr/>
        </p:nvSpPr>
        <p:spPr>
          <a:xfrm>
            <a:off x="9161844" y="824446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21750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D9CA6-A046-D412-431B-1CCB360A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F0D84DC-A6EF-EBB0-ACD1-631FE5659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BC25337-BF05-C9FE-D2D4-324AA00E0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68942FB-D613-C9F9-3FB8-0F8097307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F735E51-169D-66FA-7446-2042A6414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E2686EB8-7F67-E8C5-62DC-D4B4FCD65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88404500-9A92-D494-A7F4-E14CA7235665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DFC2695-7E5F-1442-5FB4-99977CD049DA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/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종목 추가 창 </a:t>
            </a: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&amp;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종목 수정 창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8D538AE-C457-C5E9-35E8-30F0A9A73A85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709EA63D-72E7-B5D3-6BFB-DB553BB43968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35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3DA5F92-A4D9-FD10-DA24-66880AD9F2BB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B1E9F8D3-0FBC-729B-7D5A-90C4188E5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C9A904E1-4AA2-8DCA-967C-06B86547F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8DA6F7D8-9B4C-6084-7C30-F811F1790929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2FF399F3-5E34-5EDE-1D2C-3F0EBF941D47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289BB3A3-F6D0-9CB3-DA81-D92653E22AAA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6BDF06A8-45BD-A3FA-7A61-1DA938A8956F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668DB969-9999-208D-3FA4-456A76FFB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28BDF549-3402-32C4-215C-EE3A84940F09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8046A506-AEB4-D83F-C053-84C844197030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490506A6-CE41-F58C-3302-A19FB1B0BBF0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415849CB-7E66-7B8E-D1A7-27FB04E1D304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985EAD6-2B8C-BD98-FCA3-A468E3295484}"/>
              </a:ext>
            </a:extLst>
          </p:cNvPr>
          <p:cNvGrpSpPr/>
          <p:nvPr/>
        </p:nvGrpSpPr>
        <p:grpSpPr>
          <a:xfrm>
            <a:off x="2895600" y="3435350"/>
            <a:ext cx="4431299" cy="4114800"/>
            <a:chOff x="342901" y="2105025"/>
            <a:chExt cx="4431299" cy="41148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8651E2C-E36A-15DC-0852-2E1480BDE96B}"/>
                </a:ext>
              </a:extLst>
            </p:cNvPr>
            <p:cNvSpPr/>
            <p:nvPr/>
          </p:nvSpPr>
          <p:spPr>
            <a:xfrm>
              <a:off x="342901" y="2105025"/>
              <a:ext cx="4431299" cy="41148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97D063E-717B-8348-BF71-BF6E78D89C39}"/>
                </a:ext>
              </a:extLst>
            </p:cNvPr>
            <p:cNvSpPr txBox="1"/>
            <p:nvPr/>
          </p:nvSpPr>
          <p:spPr>
            <a:xfrm>
              <a:off x="805357" y="2955374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/>
                <a:t>종목명</a:t>
              </a:r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F96D65-C069-5C10-88F5-EAA0E08AFD6F}"/>
                </a:ext>
              </a:extLst>
            </p:cNvPr>
            <p:cNvSpPr txBox="1"/>
            <p:nvPr/>
          </p:nvSpPr>
          <p:spPr>
            <a:xfrm>
              <a:off x="804240" y="3879868"/>
              <a:ext cx="15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보유 주식 수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FA55FE4-E276-2E59-D704-70C21BEC95DF}"/>
                </a:ext>
              </a:extLst>
            </p:cNvPr>
            <p:cNvSpPr/>
            <p:nvPr/>
          </p:nvSpPr>
          <p:spPr>
            <a:xfrm>
              <a:off x="931353" y="3374308"/>
              <a:ext cx="2425186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2088E76-13CD-3668-1DFE-A5DD295F1307}"/>
                </a:ext>
              </a:extLst>
            </p:cNvPr>
            <p:cNvSpPr/>
            <p:nvPr/>
          </p:nvSpPr>
          <p:spPr>
            <a:xfrm>
              <a:off x="931353" y="4263430"/>
              <a:ext cx="2425186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8886358-CF3B-AAF6-7AE6-9D91DCB02BD8}"/>
                </a:ext>
              </a:extLst>
            </p:cNvPr>
            <p:cNvSpPr txBox="1"/>
            <p:nvPr/>
          </p:nvSpPr>
          <p:spPr>
            <a:xfrm>
              <a:off x="804240" y="480511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/>
                <a:t>평단가</a:t>
              </a:r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975E215-0B8F-F1D1-428A-059E3D1BA538}"/>
                </a:ext>
              </a:extLst>
            </p:cNvPr>
            <p:cNvSpPr/>
            <p:nvPr/>
          </p:nvSpPr>
          <p:spPr>
            <a:xfrm>
              <a:off x="931353" y="5188677"/>
              <a:ext cx="2425186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6133B19-0D01-7253-6BAA-9C05797FF1A8}"/>
                </a:ext>
              </a:extLst>
            </p:cNvPr>
            <p:cNvSpPr/>
            <p:nvPr/>
          </p:nvSpPr>
          <p:spPr>
            <a:xfrm>
              <a:off x="3871716" y="5726953"/>
              <a:ext cx="608932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확인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A5295AC-84BE-34CC-5D35-FE964A832538}"/>
                </a:ext>
              </a:extLst>
            </p:cNvPr>
            <p:cNvSpPr txBox="1"/>
            <p:nvPr/>
          </p:nvSpPr>
          <p:spPr>
            <a:xfrm>
              <a:off x="1768911" y="2397765"/>
              <a:ext cx="1539204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500" b="1" dirty="0"/>
                <a:t>종목 추가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C4D26E-0CB7-5627-7423-F706B16DB222}"/>
                </a:ext>
              </a:extLst>
            </p:cNvPr>
            <p:cNvSpPr txBox="1"/>
            <p:nvPr/>
          </p:nvSpPr>
          <p:spPr>
            <a:xfrm>
              <a:off x="3351830" y="421391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주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81D524D-8E3F-E4CA-262C-DFF0EEB9B177}"/>
                </a:ext>
              </a:extLst>
            </p:cNvPr>
            <p:cNvSpPr txBox="1"/>
            <p:nvPr/>
          </p:nvSpPr>
          <p:spPr>
            <a:xfrm>
              <a:off x="3351830" y="514273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원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B23FEBE-B731-7EB6-C0A3-05D8FDCA48B8}"/>
              </a:ext>
            </a:extLst>
          </p:cNvPr>
          <p:cNvGrpSpPr/>
          <p:nvPr/>
        </p:nvGrpSpPr>
        <p:grpSpPr>
          <a:xfrm>
            <a:off x="7769725" y="3435350"/>
            <a:ext cx="4431299" cy="4114800"/>
            <a:chOff x="342901" y="2105025"/>
            <a:chExt cx="4431299" cy="4114800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43F0680-F144-9E95-4088-555319C53970}"/>
                </a:ext>
              </a:extLst>
            </p:cNvPr>
            <p:cNvSpPr/>
            <p:nvPr/>
          </p:nvSpPr>
          <p:spPr>
            <a:xfrm>
              <a:off x="342901" y="2105025"/>
              <a:ext cx="4431299" cy="41148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8420069-958C-58F4-E640-34F3631FD0B6}"/>
                </a:ext>
              </a:extLst>
            </p:cNvPr>
            <p:cNvSpPr txBox="1"/>
            <p:nvPr/>
          </p:nvSpPr>
          <p:spPr>
            <a:xfrm>
              <a:off x="805357" y="2955374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/>
                <a:t>종목명</a:t>
              </a:r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D58325F-7454-E642-5AB1-08FD76C37BDC}"/>
                </a:ext>
              </a:extLst>
            </p:cNvPr>
            <p:cNvSpPr txBox="1"/>
            <p:nvPr/>
          </p:nvSpPr>
          <p:spPr>
            <a:xfrm>
              <a:off x="804240" y="3879868"/>
              <a:ext cx="15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보유 주식 수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3B5F0A6C-5E8C-6EF2-2120-9BFE4B4F753C}"/>
                </a:ext>
              </a:extLst>
            </p:cNvPr>
            <p:cNvSpPr/>
            <p:nvPr/>
          </p:nvSpPr>
          <p:spPr>
            <a:xfrm>
              <a:off x="931353" y="3374308"/>
              <a:ext cx="2425186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517009C0-EB27-7C88-B33A-1DBE61338E86}"/>
                </a:ext>
              </a:extLst>
            </p:cNvPr>
            <p:cNvSpPr/>
            <p:nvPr/>
          </p:nvSpPr>
          <p:spPr>
            <a:xfrm>
              <a:off x="931353" y="4263430"/>
              <a:ext cx="2425186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CA796C5-D793-6092-E965-BB734F662D24}"/>
                </a:ext>
              </a:extLst>
            </p:cNvPr>
            <p:cNvSpPr txBox="1"/>
            <p:nvPr/>
          </p:nvSpPr>
          <p:spPr>
            <a:xfrm>
              <a:off x="804240" y="480511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/>
                <a:t>평단가</a:t>
              </a:r>
              <a:endParaRPr lang="ko-KR" altLang="en-US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86A67ED9-101B-21AF-1423-1929C3E66D55}"/>
                </a:ext>
              </a:extLst>
            </p:cNvPr>
            <p:cNvSpPr/>
            <p:nvPr/>
          </p:nvSpPr>
          <p:spPr>
            <a:xfrm>
              <a:off x="931353" y="5188677"/>
              <a:ext cx="2425186" cy="293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2DC43A8-146F-C2ED-1D60-0DE59012A870}"/>
                </a:ext>
              </a:extLst>
            </p:cNvPr>
            <p:cNvSpPr/>
            <p:nvPr/>
          </p:nvSpPr>
          <p:spPr>
            <a:xfrm>
              <a:off x="3871716" y="5726953"/>
              <a:ext cx="608932" cy="2931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dirty="0">
                  <a:solidFill>
                    <a:schemeClr val="tx1"/>
                  </a:solidFill>
                </a:rPr>
                <a:t>확인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83D6445-15A6-40D3-1583-1DAE32A71615}"/>
                </a:ext>
              </a:extLst>
            </p:cNvPr>
            <p:cNvSpPr txBox="1"/>
            <p:nvPr/>
          </p:nvSpPr>
          <p:spPr>
            <a:xfrm>
              <a:off x="1768911" y="2397765"/>
              <a:ext cx="1539204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500" b="1" dirty="0"/>
                <a:t>종목 수정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DF0634E-00E3-C37E-F434-E4910DC9DE6C}"/>
                </a:ext>
              </a:extLst>
            </p:cNvPr>
            <p:cNvSpPr txBox="1"/>
            <p:nvPr/>
          </p:nvSpPr>
          <p:spPr>
            <a:xfrm>
              <a:off x="3351830" y="421391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주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EF46153-0719-0654-1FD5-AC30F479B7F0}"/>
                </a:ext>
              </a:extLst>
            </p:cNvPr>
            <p:cNvSpPr txBox="1"/>
            <p:nvPr/>
          </p:nvSpPr>
          <p:spPr>
            <a:xfrm>
              <a:off x="3351830" y="514273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원</a:t>
              </a:r>
            </a:p>
          </p:txBody>
        </p:sp>
      </p:grpSp>
      <p:sp>
        <p:nvSpPr>
          <p:cNvPr id="48" name="순서도: 연결자 47">
            <a:extLst>
              <a:ext uri="{FF2B5EF4-FFF2-40B4-BE49-F238E27FC236}">
                <a16:creationId xmlns:a16="http://schemas.microsoft.com/office/drawing/2014/main" id="{D4710093-EA3B-F6B3-324C-76BDE4BBA9E4}"/>
              </a:ext>
            </a:extLst>
          </p:cNvPr>
          <p:cNvSpPr/>
          <p:nvPr/>
        </p:nvSpPr>
        <p:spPr>
          <a:xfrm>
            <a:off x="2743200" y="4469367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1" name="순서도: 연결자 50">
            <a:extLst>
              <a:ext uri="{FF2B5EF4-FFF2-40B4-BE49-F238E27FC236}">
                <a16:creationId xmlns:a16="http://schemas.microsoft.com/office/drawing/2014/main" id="{B89BC3D3-BB45-DDC4-9384-FD9000558725}"/>
              </a:ext>
            </a:extLst>
          </p:cNvPr>
          <p:cNvSpPr/>
          <p:nvPr/>
        </p:nvSpPr>
        <p:spPr>
          <a:xfrm>
            <a:off x="7610551" y="4309281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2" name="순서도: 연결자 51">
            <a:extLst>
              <a:ext uri="{FF2B5EF4-FFF2-40B4-BE49-F238E27FC236}">
                <a16:creationId xmlns:a16="http://schemas.microsoft.com/office/drawing/2014/main" id="{B74556D8-34B3-4A30-6FAC-5B67994D751C}"/>
              </a:ext>
            </a:extLst>
          </p:cNvPr>
          <p:cNvSpPr/>
          <p:nvPr/>
        </p:nvSpPr>
        <p:spPr>
          <a:xfrm>
            <a:off x="7610551" y="530940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9" name="순서도: 연결자 78">
            <a:extLst>
              <a:ext uri="{FF2B5EF4-FFF2-40B4-BE49-F238E27FC236}">
                <a16:creationId xmlns:a16="http://schemas.microsoft.com/office/drawing/2014/main" id="{E9782842-D612-EDC7-3FF3-E684EFC4C969}"/>
              </a:ext>
            </a:extLst>
          </p:cNvPr>
          <p:cNvSpPr/>
          <p:nvPr/>
        </p:nvSpPr>
        <p:spPr>
          <a:xfrm>
            <a:off x="7610551" y="633764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80" name="순서도: 연결자 79">
            <a:extLst>
              <a:ext uri="{FF2B5EF4-FFF2-40B4-BE49-F238E27FC236}">
                <a16:creationId xmlns:a16="http://schemas.microsoft.com/office/drawing/2014/main" id="{C00B91A8-8AA2-E6FC-C9A6-AB28A6A5DCA1}"/>
              </a:ext>
            </a:extLst>
          </p:cNvPr>
          <p:cNvSpPr/>
          <p:nvPr/>
        </p:nvSpPr>
        <p:spPr>
          <a:xfrm>
            <a:off x="2707541" y="633764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81" name="순서도: 연결자 80">
            <a:extLst>
              <a:ext uri="{FF2B5EF4-FFF2-40B4-BE49-F238E27FC236}">
                <a16:creationId xmlns:a16="http://schemas.microsoft.com/office/drawing/2014/main" id="{47026BFB-3A59-E1AF-109C-B760529CD6DD}"/>
              </a:ext>
            </a:extLst>
          </p:cNvPr>
          <p:cNvSpPr/>
          <p:nvPr/>
        </p:nvSpPr>
        <p:spPr>
          <a:xfrm>
            <a:off x="2707541" y="5492750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82" name="순서도: 연결자 81">
            <a:extLst>
              <a:ext uri="{FF2B5EF4-FFF2-40B4-BE49-F238E27FC236}">
                <a16:creationId xmlns:a16="http://schemas.microsoft.com/office/drawing/2014/main" id="{89015DCE-C057-9AFA-E696-AB8F6B728010}"/>
              </a:ext>
            </a:extLst>
          </p:cNvPr>
          <p:cNvSpPr/>
          <p:nvPr/>
        </p:nvSpPr>
        <p:spPr>
          <a:xfrm>
            <a:off x="5927329" y="680443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83" name="순서도: 연결자 82">
            <a:extLst>
              <a:ext uri="{FF2B5EF4-FFF2-40B4-BE49-F238E27FC236}">
                <a16:creationId xmlns:a16="http://schemas.microsoft.com/office/drawing/2014/main" id="{7CED2280-06D2-ABA2-3204-C6F07016FFA0}"/>
              </a:ext>
            </a:extLst>
          </p:cNvPr>
          <p:cNvSpPr/>
          <p:nvPr/>
        </p:nvSpPr>
        <p:spPr>
          <a:xfrm>
            <a:off x="10730314" y="6804436"/>
            <a:ext cx="609600" cy="60744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02145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2A0EB-90B2-A573-AC98-50392FAC4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FD3C9C7-BBDB-7438-B2F0-50A62779F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8B7B12E-B4F0-EC72-D919-261A1B21F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BFF231C-48AD-98FF-D5E4-599D287A1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B78CC37-0662-690E-9251-B696EEED8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73238840-2490-0549-426D-8920C05F7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B3D07703-90B7-58A5-1B6D-6D187DE57A2A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5D2E161-2180-B523-8795-868EFC0F26F0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1F62A03-F199-5E39-5C65-6737866A8A2A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B2E7A0AF-13C0-FE27-DBB6-B9099DC1B489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36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5CEDD7E-0B11-E9CE-2B83-BB7C79DDABDA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6B92D05A-7377-9E79-9913-312687636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323C8D22-8670-BEF2-A7EA-74134434B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BA617977-9E70-4220-E64D-4FD8383ADEF9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C5C7C659-0836-2D2E-3B0F-58BA3DE7AC6A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B5A8C60C-B67E-AEE1-6E4B-6375016310EC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CE65A2B3-281C-7AB4-F89E-E085F78C4DAD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542815D2-6C55-A2B7-B40B-F052C2F64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6C3E013E-4095-1440-5FAE-A23667E553E8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EC241058-7393-A331-B022-E8B626B568EF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F95C7E2A-2813-004D-F91F-6C3B02AC9A0A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DEEAB8A4-F737-A444-2D63-75D91C0AA43F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pic>
        <p:nvPicPr>
          <p:cNvPr id="6" name="Picture 2">
            <a:extLst>
              <a:ext uri="{FF2B5EF4-FFF2-40B4-BE49-F238E27FC236}">
                <a16:creationId xmlns:a16="http://schemas.microsoft.com/office/drawing/2014/main" id="{9604091E-DFCE-3DF2-561B-6B90AA85D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000" y="2952000"/>
            <a:ext cx="9672000" cy="659912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4697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1E613-5305-5BD9-790D-E2EF47EA9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9B81307-C381-62EE-5621-8160161AE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D41FD58-0B92-368B-92E7-DB63C209C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EAD7C67-2CA1-A1EF-0F52-AAD4005B8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ACCBBF6C-06AE-F071-3BAB-4D0A77310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CFA046F4-4C88-47B2-A088-73CDB5309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52E11BD9-D32F-C522-385E-B8AACCE83B37}"/>
              </a:ext>
            </a:extLst>
          </p:cNvPr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설계</a:t>
            </a:r>
            <a:endParaRPr lang="ko-KR" sz="6600" b="0" i="0" u="none" strike="noStrike" spc="-300" dirty="0">
              <a:solidFill>
                <a:srgbClr val="747EA7"/>
              </a:solidFill>
              <a:ea typeface="Pretendard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F35CA62-61E6-0D40-8091-7D7068BBF151}"/>
              </a:ext>
            </a:extLst>
          </p:cNvPr>
          <p:cNvSpPr txBox="1"/>
          <p:nvPr/>
        </p:nvSpPr>
        <p:spPr>
          <a:xfrm>
            <a:off x="8267700" y="201930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UI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설계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9E91338-6C00-B659-5764-E30B20BEBB43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3D898FE9-B317-C51F-5656-60395B325E07}"/>
              </a:ext>
            </a:extLst>
          </p:cNvPr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37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7C90C70-9ECA-276E-ED24-72C3B55CF82F}"/>
              </a:ext>
            </a:extLst>
          </p:cNvPr>
          <p:cNvGrpSpPr/>
          <p:nvPr/>
        </p:nvGrpSpPr>
        <p:grpSpPr>
          <a:xfrm>
            <a:off x="749300" y="1435100"/>
            <a:ext cx="1333500" cy="8115300"/>
            <a:chOff x="749300" y="1435100"/>
            <a:chExt cx="1333500" cy="8115300"/>
          </a:xfrm>
        </p:grpSpPr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95DC54A5-2E02-C846-724D-1A60D41DA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1435100"/>
              <a:ext cx="1092200" cy="81153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D53AA85A-2FF2-ADF5-3C4B-F3E837C30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9300" y="5829300"/>
              <a:ext cx="1333500" cy="863600"/>
            </a:xfrm>
            <a:prstGeom prst="rect">
              <a:avLst/>
            </a:prstGeom>
            <a:effectLst>
              <a:outerShdw blurRad="57282" dist="86852" dir="2700000">
                <a:srgbClr val="C1C7E1">
                  <a:alpha val="37000"/>
                </a:srgbClr>
              </a:outerShdw>
            </a:effectLst>
          </p:spPr>
        </p:pic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77EF8C87-1B3D-3AF4-9CF6-D74C4EB1DBF9}"/>
                </a:ext>
              </a:extLst>
            </p:cNvPr>
            <p:cNvSpPr txBox="1"/>
            <p:nvPr/>
          </p:nvSpPr>
          <p:spPr>
            <a:xfrm>
              <a:off x="1003300" y="6032500"/>
              <a:ext cx="8255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600" b="0" i="0" u="none" strike="noStrike" spc="-100" dirty="0">
                  <a:solidFill>
                    <a:srgbClr val="FCFCFC"/>
                  </a:solidFill>
                  <a:latin typeface="Pretendard Medium"/>
                </a:rPr>
                <a:t>5</a:t>
              </a:r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D1AC1D4F-EEDA-4854-4D10-6C60EAD93456}"/>
                </a:ext>
              </a:extLst>
            </p:cNvPr>
            <p:cNvSpPr txBox="1"/>
            <p:nvPr/>
          </p:nvSpPr>
          <p:spPr>
            <a:xfrm>
              <a:off x="1016000" y="6972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6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57B37D9B-6F8D-A136-F084-3ACEA6724F42}"/>
                </a:ext>
              </a:extLst>
            </p:cNvPr>
            <p:cNvSpPr txBox="1"/>
            <p:nvPr/>
          </p:nvSpPr>
          <p:spPr>
            <a:xfrm>
              <a:off x="1016000" y="7861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7</a:t>
              </a: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21B88B89-C24C-026F-17BE-085851C3CF40}"/>
                </a:ext>
              </a:extLst>
            </p:cNvPr>
            <p:cNvSpPr txBox="1"/>
            <p:nvPr/>
          </p:nvSpPr>
          <p:spPr>
            <a:xfrm>
              <a:off x="1016000" y="87503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8</a:t>
              </a:r>
            </a:p>
          </p:txBody>
        </p:sp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26DF2D72-9E3A-6E3A-AE84-7285CE2FE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0000" y="1701800"/>
              <a:ext cx="292100" cy="330200"/>
            </a:xfrm>
            <a:prstGeom prst="rect">
              <a:avLst/>
            </a:prstGeom>
          </p:spPr>
        </p:pic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F260623F-8B7E-EDC5-EC9F-6ABC70724267}"/>
                </a:ext>
              </a:extLst>
            </p:cNvPr>
            <p:cNvSpPr txBox="1"/>
            <p:nvPr/>
          </p:nvSpPr>
          <p:spPr>
            <a:xfrm>
              <a:off x="1016000" y="2552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1</a:t>
              </a: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7785140E-D2FE-D579-5091-F7670242029A}"/>
                </a:ext>
              </a:extLst>
            </p:cNvPr>
            <p:cNvSpPr txBox="1"/>
            <p:nvPr/>
          </p:nvSpPr>
          <p:spPr>
            <a:xfrm>
              <a:off x="1016000" y="34417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2</a:t>
              </a: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F0BEE088-8242-485D-82D7-83D4F3C52E47}"/>
                </a:ext>
              </a:extLst>
            </p:cNvPr>
            <p:cNvSpPr txBox="1"/>
            <p:nvPr/>
          </p:nvSpPr>
          <p:spPr>
            <a:xfrm>
              <a:off x="1016000" y="4318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3</a:t>
              </a:r>
            </a:p>
          </p:txBody>
        </p:sp>
        <p:sp>
          <p:nvSpPr>
            <p:cNvPr id="33" name="TextBox 48">
              <a:extLst>
                <a:ext uri="{FF2B5EF4-FFF2-40B4-BE49-F238E27FC236}">
                  <a16:creationId xmlns:a16="http://schemas.microsoft.com/office/drawing/2014/main" id="{75C1EB8A-CF77-EF58-3E0D-DCEF8A90F0B6}"/>
                </a:ext>
              </a:extLst>
            </p:cNvPr>
            <p:cNvSpPr txBox="1"/>
            <p:nvPr/>
          </p:nvSpPr>
          <p:spPr>
            <a:xfrm>
              <a:off x="1016000" y="5207000"/>
              <a:ext cx="8001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spc="-100" dirty="0">
                  <a:solidFill>
                    <a:srgbClr val="FCFCFC">
                      <a:alpha val="67843"/>
                    </a:srgbClr>
                  </a:solidFill>
                  <a:latin typeface="Pretendard Regular"/>
                </a:rPr>
                <a:t>4</a:t>
              </a:r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893037D3-410F-61CB-3452-D207C3EC5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686" y="2926196"/>
            <a:ext cx="10182225" cy="689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4651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1435100"/>
            <a:ext cx="1092200" cy="811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" y="6692900"/>
            <a:ext cx="1333500" cy="863600"/>
          </a:xfrm>
          <a:prstGeom prst="rect">
            <a:avLst/>
          </a:prstGeom>
          <a:effectLst>
            <a:outerShdw blurRad="57282" dist="86852" dir="2700000">
              <a:srgbClr val="C1C7E1">
                <a:alpha val="37000"/>
              </a:srgbClr>
            </a:outerShdw>
          </a:effectLst>
        </p:spPr>
      </p:pic>
      <p:sp>
        <p:nvSpPr>
          <p:cNvPr id="8" name="TextBox 8"/>
          <p:cNvSpPr txBox="1"/>
          <p:nvPr/>
        </p:nvSpPr>
        <p:spPr>
          <a:xfrm>
            <a:off x="1003300" y="68834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 dirty="0">
                <a:solidFill>
                  <a:srgbClr val="FCFCFC"/>
                </a:solidFill>
                <a:latin typeface="Pretendard Medium"/>
              </a:rPr>
              <a:t>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6000" y="7861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6000" y="8750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8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00" y="1701800"/>
            <a:ext cx="292100" cy="330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514600" y="1447800"/>
            <a:ext cx="81153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0" i="0" u="none" strike="noStrike" spc="-300" dirty="0">
                <a:solidFill>
                  <a:srgbClr val="747EA7"/>
                </a:solidFill>
                <a:latin typeface="Pretendard Medium"/>
              </a:rPr>
              <a:t>프로젝트 형상 관리 </a:t>
            </a:r>
            <a:endParaRPr lang="en-US" sz="6600" b="0" i="0" u="none" strike="noStrike" spc="-300" dirty="0">
              <a:solidFill>
                <a:srgbClr val="747EA7"/>
              </a:solidFill>
              <a:latin typeface="Pretenda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677400" y="2076450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Git Hub 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활용 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6000" y="2552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6000" y="3441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6000" y="4318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6000" y="5207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6000" y="6096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5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20A4CED9-7FB2-220D-729F-49A8CCF46C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95600" y="2940050"/>
            <a:ext cx="10460182" cy="655515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1435100"/>
            <a:ext cx="1092200" cy="811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" y="7607300"/>
            <a:ext cx="1333500" cy="863600"/>
          </a:xfrm>
          <a:prstGeom prst="rect">
            <a:avLst/>
          </a:prstGeom>
          <a:effectLst>
            <a:outerShdw blurRad="57282" dist="86852" dir="2700000">
              <a:srgbClr val="C1C7E1">
                <a:alpha val="37000"/>
              </a:srgbClr>
            </a:outerShdw>
          </a:effectLst>
        </p:spPr>
      </p:pic>
      <p:sp>
        <p:nvSpPr>
          <p:cNvPr id="8" name="TextBox 8"/>
          <p:cNvSpPr txBox="1"/>
          <p:nvPr/>
        </p:nvSpPr>
        <p:spPr>
          <a:xfrm>
            <a:off x="1003300" y="77978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 dirty="0">
                <a:solidFill>
                  <a:srgbClr val="FCFCFC"/>
                </a:solidFill>
                <a:latin typeface="Pretendard Medium"/>
              </a:rPr>
              <a:t>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6000" y="8750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8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00" y="1701800"/>
            <a:ext cx="292100" cy="330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2819400"/>
            <a:ext cx="14668500" cy="1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514600" y="1447800"/>
            <a:ext cx="8674100" cy="1181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spc="-300" dirty="0">
                <a:solidFill>
                  <a:srgbClr val="747EA7"/>
                </a:solidFill>
                <a:latin typeface="Pretendard Medium"/>
              </a:rPr>
              <a:t>앞으로의 계획 </a:t>
            </a:r>
            <a:endParaRPr lang="en-US" sz="6600" b="0" i="0" u="none" strike="noStrike" spc="-300" dirty="0">
              <a:solidFill>
                <a:srgbClr val="747EA7"/>
              </a:solidFill>
              <a:latin typeface="Pretendard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001000" y="2047586"/>
            <a:ext cx="4724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| WBS</a:t>
            </a:r>
            <a:r>
              <a:rPr lang="ko-KR" altLang="en-US" sz="2500" spc="-100" dirty="0">
                <a:solidFill>
                  <a:srgbClr val="747EA7"/>
                </a:solidFill>
                <a:latin typeface="Pretendard Regular"/>
                <a:ea typeface="Pretendard Regular"/>
              </a:rPr>
              <a:t>를 이용한 대략적인 계획</a:t>
            </a:r>
            <a:endParaRPr lang="en-US" altLang="ko-KR" sz="2500" b="0" i="0" u="none" strike="noStrike" spc="-100" dirty="0">
              <a:solidFill>
                <a:srgbClr val="747EA7"/>
              </a:solidFill>
              <a:latin typeface="Pretendard Regula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6357600" y="9042400"/>
            <a:ext cx="838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700" b="0" i="0" u="none" strike="noStrike" spc="100" dirty="0">
                <a:solidFill>
                  <a:srgbClr val="747EA7"/>
                </a:solidFill>
                <a:latin typeface="Pretendard Medium"/>
              </a:rPr>
              <a:t>39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6000" y="2552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6000" y="3441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6000" y="4318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6000" y="5207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6000" y="6096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6000" y="6972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93100" y="-7112000"/>
            <a:ext cx="1701800" cy="1677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457700"/>
            <a:ext cx="6553200" cy="1723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343400"/>
            <a:ext cx="6553200" cy="17233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75200" y="-3124200"/>
            <a:ext cx="8737600" cy="17233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1435100"/>
            <a:ext cx="1092200" cy="811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" y="8496300"/>
            <a:ext cx="1333500" cy="863600"/>
          </a:xfrm>
          <a:prstGeom prst="rect">
            <a:avLst/>
          </a:prstGeom>
          <a:effectLst>
            <a:outerShdw blurRad="57282" dist="86852" dir="2700000">
              <a:srgbClr val="C1C7E1">
                <a:alpha val="37000"/>
              </a:srgbClr>
            </a:outerShdw>
          </a:effectLst>
        </p:spPr>
      </p:pic>
      <p:sp>
        <p:nvSpPr>
          <p:cNvPr id="8" name="TextBox 8"/>
          <p:cNvSpPr txBox="1"/>
          <p:nvPr/>
        </p:nvSpPr>
        <p:spPr>
          <a:xfrm>
            <a:off x="1003300" y="8686800"/>
            <a:ext cx="825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-100" dirty="0">
                <a:solidFill>
                  <a:srgbClr val="FCFCFC"/>
                </a:solidFill>
                <a:latin typeface="Pretendard Medium"/>
              </a:rPr>
              <a:t>8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00" y="1701800"/>
            <a:ext cx="292100" cy="330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016000" y="2552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6000" y="34417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6000" y="4318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6000" y="5207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6000" y="60960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6000" y="6972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6000" y="7861300"/>
            <a:ext cx="8001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-100" dirty="0">
                <a:solidFill>
                  <a:srgbClr val="FCFCFC">
                    <a:alpha val="67843"/>
                  </a:srgbClr>
                </a:solidFill>
                <a:latin typeface="Pretendard Regular"/>
              </a:rPr>
              <a:t>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97300" y="2520950"/>
            <a:ext cx="10693400" cy="594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8100" b="0" i="0" u="none" strike="noStrike" spc="-300" dirty="0">
                <a:solidFill>
                  <a:srgbClr val="747EA7"/>
                </a:solidFill>
                <a:latin typeface="+mj-ea"/>
                <a:ea typeface="+mj-ea"/>
              </a:rPr>
              <a:t>Q&amp;A</a:t>
            </a:r>
            <a:endParaRPr lang="en-US" sz="8100" b="0" i="0" u="none" strike="noStrike" spc="-300" dirty="0">
              <a:solidFill>
                <a:srgbClr val="747EA7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1863</Words>
  <Application>Microsoft Office PowerPoint</Application>
  <PresentationFormat>사용자 지정</PresentationFormat>
  <Paragraphs>909</Paragraphs>
  <Slides>41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52" baseType="lpstr">
      <vt:lpstr>Pretendard Light</vt:lpstr>
      <vt:lpstr>Pretendard Bold</vt:lpstr>
      <vt:lpstr>Arial</vt:lpstr>
      <vt:lpstr>Pretendard SemiBold</vt:lpstr>
      <vt:lpstr>gg sans</vt:lpstr>
      <vt:lpstr>Pretendard Medium</vt:lpstr>
      <vt:lpstr>inherit</vt:lpstr>
      <vt:lpstr>Calibri</vt:lpstr>
      <vt:lpstr>Pretendard Regular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정찬우</cp:lastModifiedBy>
  <cp:revision>7</cp:revision>
  <dcterms:created xsi:type="dcterms:W3CDTF">2006-08-16T00:00:00Z</dcterms:created>
  <dcterms:modified xsi:type="dcterms:W3CDTF">2024-10-30T04:51:47Z</dcterms:modified>
</cp:coreProperties>
</file>