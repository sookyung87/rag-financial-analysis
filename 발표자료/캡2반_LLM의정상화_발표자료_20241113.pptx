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7" r:id="rId5"/>
    <p:sldId id="259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1D3EEB-2CBC-4148-B20B-81E0AFC0E838}" v="1" dt="2024-11-12T22:00:12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찬우" userId="31bfe40f-d65a-4f1c-afe2-36b934444268" providerId="ADAL" clId="{791D3EEB-2CBC-4148-B20B-81E0AFC0E838}"/>
    <pc:docChg chg="undo custSel modSld">
      <pc:chgData name="정찬우" userId="31bfe40f-d65a-4f1c-afe2-36b934444268" providerId="ADAL" clId="{791D3EEB-2CBC-4148-B20B-81E0AFC0E838}" dt="2024-11-12T22:04:59.609" v="435" actId="20577"/>
      <pc:docMkLst>
        <pc:docMk/>
      </pc:docMkLst>
      <pc:sldChg chg="addSp modSp mod">
        <pc:chgData name="정찬우" userId="31bfe40f-d65a-4f1c-afe2-36b934444268" providerId="ADAL" clId="{791D3EEB-2CBC-4148-B20B-81E0AFC0E838}" dt="2024-11-12T22:01:12.440" v="141" actId="20577"/>
        <pc:sldMkLst>
          <pc:docMk/>
          <pc:sldMk cId="562821200" sldId="257"/>
        </pc:sldMkLst>
        <pc:spChg chg="mod">
          <ac:chgData name="정찬우" userId="31bfe40f-d65a-4f1c-afe2-36b934444268" providerId="ADAL" clId="{791D3EEB-2CBC-4148-B20B-81E0AFC0E838}" dt="2024-11-12T22:00:08.509" v="1" actId="20577"/>
          <ac:spMkLst>
            <pc:docMk/>
            <pc:sldMk cId="562821200" sldId="257"/>
            <ac:spMk id="4" creationId="{56CAC9D4-2C12-0122-ED79-A23A4363DD2E}"/>
          </ac:spMkLst>
        </pc:spChg>
        <pc:spChg chg="add mod">
          <ac:chgData name="정찬우" userId="31bfe40f-d65a-4f1c-afe2-36b934444268" providerId="ADAL" clId="{791D3EEB-2CBC-4148-B20B-81E0AFC0E838}" dt="2024-11-12T22:01:12.440" v="141" actId="20577"/>
          <ac:spMkLst>
            <pc:docMk/>
            <pc:sldMk cId="562821200" sldId="257"/>
            <ac:spMk id="9" creationId="{30456B90-7694-EDF5-394C-9AFE9141479D}"/>
          </ac:spMkLst>
        </pc:spChg>
        <pc:picChg chg="mod">
          <ac:chgData name="정찬우" userId="31bfe40f-d65a-4f1c-afe2-36b934444268" providerId="ADAL" clId="{791D3EEB-2CBC-4148-B20B-81E0AFC0E838}" dt="2024-11-12T22:00:14.507" v="3" actId="1076"/>
          <ac:picMkLst>
            <pc:docMk/>
            <pc:sldMk cId="562821200" sldId="257"/>
            <ac:picMk id="8" creationId="{82D5946C-3078-AA7C-3E85-BFC7FAAB8A57}"/>
          </ac:picMkLst>
        </pc:picChg>
      </pc:sldChg>
      <pc:sldChg chg="modSp mod">
        <pc:chgData name="정찬우" userId="31bfe40f-d65a-4f1c-afe2-36b934444268" providerId="ADAL" clId="{791D3EEB-2CBC-4148-B20B-81E0AFC0E838}" dt="2024-11-12T22:02:11.593" v="154" actId="20577"/>
        <pc:sldMkLst>
          <pc:docMk/>
          <pc:sldMk cId="2752975985" sldId="258"/>
        </pc:sldMkLst>
        <pc:spChg chg="mod">
          <ac:chgData name="정찬우" userId="31bfe40f-d65a-4f1c-afe2-36b934444268" providerId="ADAL" clId="{791D3EEB-2CBC-4148-B20B-81E0AFC0E838}" dt="2024-11-12T22:02:11.593" v="154" actId="20577"/>
          <ac:spMkLst>
            <pc:docMk/>
            <pc:sldMk cId="2752975985" sldId="258"/>
            <ac:spMk id="9" creationId="{8E3CF7ED-48EE-0B43-D9D1-DA3C42968A93}"/>
          </ac:spMkLst>
        </pc:spChg>
      </pc:sldChg>
      <pc:sldChg chg="modSp mod">
        <pc:chgData name="정찬우" userId="31bfe40f-d65a-4f1c-afe2-36b934444268" providerId="ADAL" clId="{791D3EEB-2CBC-4148-B20B-81E0AFC0E838}" dt="2024-11-12T22:04:59.609" v="435" actId="20577"/>
        <pc:sldMkLst>
          <pc:docMk/>
          <pc:sldMk cId="189098679" sldId="260"/>
        </pc:sldMkLst>
        <pc:spChg chg="mod">
          <ac:chgData name="정찬우" userId="31bfe40f-d65a-4f1c-afe2-36b934444268" providerId="ADAL" clId="{791D3EEB-2CBC-4148-B20B-81E0AFC0E838}" dt="2024-11-12T22:04:59.609" v="435" actId="20577"/>
          <ac:spMkLst>
            <pc:docMk/>
            <pc:sldMk cId="189098679" sldId="260"/>
            <ac:spMk id="2" creationId="{FABA8F8B-C3C4-D59F-C1CE-5E78C10EFAA9}"/>
          </ac:spMkLst>
        </pc:spChg>
        <pc:spChg chg="mod">
          <ac:chgData name="정찬우" userId="31bfe40f-d65a-4f1c-afe2-36b934444268" providerId="ADAL" clId="{791D3EEB-2CBC-4148-B20B-81E0AFC0E838}" dt="2024-11-12T22:04:11.350" v="325" actId="20577"/>
          <ac:spMkLst>
            <pc:docMk/>
            <pc:sldMk cId="189098679" sldId="260"/>
            <ac:spMk id="4" creationId="{56CAC9D4-2C12-0122-ED79-A23A4363DD2E}"/>
          </ac:spMkLst>
        </pc:spChg>
      </pc:sldChg>
      <pc:sldChg chg="modSp mod">
        <pc:chgData name="정찬우" userId="31bfe40f-d65a-4f1c-afe2-36b934444268" providerId="ADAL" clId="{791D3EEB-2CBC-4148-B20B-81E0AFC0E838}" dt="2024-11-12T22:02:46.806" v="231" actId="20577"/>
        <pc:sldMkLst>
          <pc:docMk/>
          <pc:sldMk cId="1129349340" sldId="261"/>
        </pc:sldMkLst>
        <pc:spChg chg="mod">
          <ac:chgData name="정찬우" userId="31bfe40f-d65a-4f1c-afe2-36b934444268" providerId="ADAL" clId="{791D3EEB-2CBC-4148-B20B-81E0AFC0E838}" dt="2024-11-12T22:02:46.806" v="231" actId="20577"/>
          <ac:spMkLst>
            <pc:docMk/>
            <pc:sldMk cId="1129349340" sldId="261"/>
            <ac:spMk id="6" creationId="{5065146A-56BE-5B70-CDE3-E43E3B0DC50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1D3DA-24B1-CD9B-20C4-279E3AB31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FD67B8-106B-739A-A4D1-B9F54B0F2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0BB49A-780A-9B95-BB5E-C9127907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BD8AFF-8B4E-18D6-11C8-9AC2007E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3E05E8-E355-D377-2F06-0364B4F3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532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F0248-0C7B-4B55-0709-AE99ABE84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EBB4BD-DE00-D98A-59A4-AD544F2FC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263AA6-D29C-A641-D7BB-1925D6AB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482314-AFFF-FF2C-6725-FF6E4880E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1670E2-F45C-7CB5-44A0-8F417448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1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F35FF-C8A2-54DC-D57A-2DBE3E484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0C2B45-7766-202B-5E5B-90271EF03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E6D337-1762-1729-D601-FF5B8686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A7D2C1-7372-7639-DC3E-BF1007A2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2F0D8A-01EF-04CF-3242-7BF03458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97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73A24-E222-E7E3-3B0A-E396B5CC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EB2921-75C4-85E6-6911-8DD85D38C7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7F82D3-46AE-7535-90A0-DB4393CE1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4E9EC8-1B03-8E0C-E169-24ED4112E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AAD3FE-9319-3D00-ECC5-F3EE3E08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274FE2-4074-844D-835F-4A40301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63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FB5E1-671D-42D8-EE78-E84304C0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1DEBEB-A452-D41B-D8A1-1DD8C2F14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128A26-ACDC-D7E6-9913-FF8557595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032470-9B6F-1374-02F5-17F45A5EF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427FB5-E91C-6670-6F5B-490F6922E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A8ACD91-B86E-92F2-3C23-0813FBD2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2CB8C9-AF9C-AF37-9552-512BE3C9E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7DE48D-FC6F-0C46-777F-D55C7056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64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F1EA5-2699-2802-9033-742C19B2F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0975D4-2593-5681-01B4-82C447DF9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DD8DFB-4D3B-5707-50BF-5F69B631C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F1330C-0A02-3575-E9E7-06FE1BC49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71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A48429-E582-124A-F645-22930218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8F9700-990D-1B6A-60C9-9999B41A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4457EE-4AEA-600E-DD17-520FFC79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56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AA12C-5175-D5F5-294E-0F645401D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77E36C-DE1A-F6DD-B10C-0ECA756C1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9184B6-E9B5-380E-ED18-4517997B9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E35F51-5954-5353-DB91-EBAB01DB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42A47B-2EA8-DBC6-EBFD-2771CE72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ABD8DF-EF24-3457-52F4-987F2D5D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1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ED159-DF1C-4EB3-1521-DDF434C3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7CD853-39BD-126A-8923-9804D93AE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867B2E-F106-84D1-8AE6-E876F0A23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C5A397-BF02-0711-F015-CCD4D058F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FE04E-A28F-1FA2-62F1-10910697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379B13-475F-FF2F-9716-5734F075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774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8CD82-AD43-A827-66D7-3388AC1D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5228FF-C694-7DEA-645F-2946D77B9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10FF3-DA8B-3E2D-19FE-806DE8AFE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423C73-FD96-8E6C-9596-F9BF8770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CCBCA6-560E-F7AA-F429-67EFCB4F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65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674334D-F01C-4465-ACB1-6FF7C3BC1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424F27-25B3-E78D-F65C-FABA09FB4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7218F-29C0-9342-E6D8-8798BAC3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169459-DACD-1F6F-C27B-852056707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8F8A94-947A-29F8-DCA5-31CE0DF1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49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2797258-59C0-A4C3-53D6-80366A766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D8E5D1-29A6-5EAB-032B-D666E16A1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0C9DEB-FD87-3186-3077-F44979C52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203D1-96C5-44EB-8995-31E45C8F5713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91F323-7FD6-97C2-11E0-A8BD2EB81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BA320-B805-A340-23D2-3863613F2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87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B5586-1D5A-A2D5-6061-35102EB6B0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정상화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4B8892-1524-184D-B24B-D257AF7CB8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정찬우</a:t>
            </a:r>
            <a:r>
              <a:rPr lang="en-US" altLang="ko-KR" dirty="0"/>
              <a:t>, </a:t>
            </a:r>
            <a:r>
              <a:rPr lang="ko-KR" altLang="en-US" dirty="0"/>
              <a:t>김현우</a:t>
            </a:r>
            <a:r>
              <a:rPr lang="en-US" altLang="ko-KR" dirty="0"/>
              <a:t>, </a:t>
            </a:r>
            <a:r>
              <a:rPr lang="ko-KR" altLang="en-US" dirty="0"/>
              <a:t>이승준</a:t>
            </a:r>
            <a:r>
              <a:rPr lang="en-US" altLang="ko-KR" dirty="0"/>
              <a:t>, </a:t>
            </a:r>
            <a:r>
              <a:rPr lang="ko-KR" altLang="en-US" dirty="0"/>
              <a:t>이수경</a:t>
            </a:r>
          </a:p>
        </p:txBody>
      </p:sp>
    </p:spTree>
    <p:extLst>
      <p:ext uri="{BB962C8B-B14F-4D97-AF65-F5344CB8AC3E}">
        <p14:creationId xmlns:p14="http://schemas.microsoft.com/office/powerpoint/2010/main" val="2284187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CAC9D4-2C12-0122-ED79-A23A4363DD2E}"/>
              </a:ext>
            </a:extLst>
          </p:cNvPr>
          <p:cNvSpPr txBox="1"/>
          <p:nvPr/>
        </p:nvSpPr>
        <p:spPr>
          <a:xfrm>
            <a:off x="336550" y="584200"/>
            <a:ext cx="356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이승준 </a:t>
            </a:r>
            <a:r>
              <a:rPr lang="en-US" altLang="ko-KR" dirty="0"/>
              <a:t>: </a:t>
            </a:r>
            <a:r>
              <a:rPr lang="ko-KR" altLang="en-US" dirty="0" err="1"/>
              <a:t>크롤링</a:t>
            </a:r>
            <a:r>
              <a:rPr lang="ko-KR" altLang="en-US" dirty="0"/>
              <a:t> 자동화 프로그램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67A807-F6B4-ECB8-332F-9DEE7C981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4" y="2195908"/>
            <a:ext cx="8384369" cy="39970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65146A-56BE-5B70-CDE3-E43E3B0DC504}"/>
              </a:ext>
            </a:extLst>
          </p:cNvPr>
          <p:cNvSpPr txBox="1"/>
          <p:nvPr/>
        </p:nvSpPr>
        <p:spPr>
          <a:xfrm>
            <a:off x="397965" y="1293176"/>
            <a:ext cx="11012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Crawling.py </a:t>
            </a:r>
            <a:r>
              <a:rPr lang="ko-KR" altLang="en-US" dirty="0"/>
              <a:t>실행 시 네이버페이 증권 리서치 실시간 </a:t>
            </a:r>
            <a:r>
              <a:rPr lang="ko-KR" altLang="en-US" dirty="0" err="1"/>
              <a:t>크롤링을</a:t>
            </a:r>
            <a:r>
              <a:rPr lang="ko-KR" altLang="en-US" dirty="0"/>
              <a:t> 통해 </a:t>
            </a:r>
            <a:r>
              <a:rPr lang="en-US" altLang="ko-KR" dirty="0" err="1"/>
              <a:t>CralData.json</a:t>
            </a:r>
            <a:r>
              <a:rPr lang="en-US" altLang="ko-KR" dirty="0"/>
              <a:t> </a:t>
            </a:r>
            <a:r>
              <a:rPr lang="ko-KR" altLang="en-US" dirty="0"/>
              <a:t>파일이 업데이트됨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리눅스 </a:t>
            </a:r>
            <a:r>
              <a:rPr lang="ko-KR" altLang="en-US" dirty="0" err="1"/>
              <a:t>스케쥴러를</a:t>
            </a:r>
            <a:r>
              <a:rPr lang="ko-KR" altLang="en-US" dirty="0"/>
              <a:t> 통해 </a:t>
            </a:r>
            <a:r>
              <a:rPr lang="ko-KR" altLang="en-US" dirty="0" err="1"/>
              <a:t>크롤링</a:t>
            </a:r>
            <a:r>
              <a:rPr lang="ko-KR" altLang="en-US" dirty="0"/>
              <a:t> 자동화 구현예정</a:t>
            </a:r>
          </a:p>
        </p:txBody>
      </p:sp>
    </p:spTree>
    <p:extLst>
      <p:ext uri="{BB962C8B-B14F-4D97-AF65-F5344CB8AC3E}">
        <p14:creationId xmlns:p14="http://schemas.microsoft.com/office/powerpoint/2010/main" val="112934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CAC9D4-2C12-0122-ED79-A23A4363DD2E}"/>
              </a:ext>
            </a:extLst>
          </p:cNvPr>
          <p:cNvSpPr txBox="1"/>
          <p:nvPr/>
        </p:nvSpPr>
        <p:spPr>
          <a:xfrm>
            <a:off x="336550" y="584200"/>
            <a:ext cx="356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이승준 </a:t>
            </a:r>
            <a:r>
              <a:rPr lang="en-US" altLang="ko-KR" dirty="0"/>
              <a:t>: </a:t>
            </a:r>
            <a:r>
              <a:rPr lang="ko-KR" altLang="en-US" dirty="0" err="1"/>
              <a:t>크롤링</a:t>
            </a:r>
            <a:r>
              <a:rPr lang="ko-KR" altLang="en-US" dirty="0"/>
              <a:t> 자동화 프로그램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EC56E4-8A53-A41B-127C-7478913BB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65" y="1739900"/>
            <a:ext cx="5318737" cy="4451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3CF7ED-48EE-0B43-D9D1-DA3C42968A93}"/>
              </a:ext>
            </a:extLst>
          </p:cNvPr>
          <p:cNvSpPr txBox="1"/>
          <p:nvPr/>
        </p:nvSpPr>
        <p:spPr>
          <a:xfrm>
            <a:off x="397965" y="1293176"/>
            <a:ext cx="9395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Dblize.py </a:t>
            </a:r>
            <a:r>
              <a:rPr lang="ko-KR" altLang="en-US" dirty="0"/>
              <a:t>실행 시 </a:t>
            </a:r>
            <a:r>
              <a:rPr lang="en-US" altLang="ko-KR" dirty="0" err="1"/>
              <a:t>CrowlData.json</a:t>
            </a:r>
            <a:r>
              <a:rPr lang="en-US" altLang="ko-KR" dirty="0"/>
              <a:t> </a:t>
            </a:r>
            <a:r>
              <a:rPr lang="ko-KR" altLang="en-US" dirty="0"/>
              <a:t>데이터를 </a:t>
            </a:r>
            <a:r>
              <a:rPr lang="en-US" altLang="ko-KR" dirty="0"/>
              <a:t>SQLite DB</a:t>
            </a:r>
            <a:r>
              <a:rPr lang="ko-KR" altLang="en-US" dirty="0"/>
              <a:t>에 저장</a:t>
            </a:r>
            <a:r>
              <a:rPr lang="en-US" altLang="ko-KR" dirty="0"/>
              <a:t> -&gt; MySQL DB</a:t>
            </a:r>
            <a:r>
              <a:rPr lang="ko-KR" altLang="en-US" dirty="0"/>
              <a:t>로 옮길 계정</a:t>
            </a:r>
          </a:p>
        </p:txBody>
      </p:sp>
    </p:spTree>
    <p:extLst>
      <p:ext uri="{BB962C8B-B14F-4D97-AF65-F5344CB8AC3E}">
        <p14:creationId xmlns:p14="http://schemas.microsoft.com/office/powerpoint/2010/main" val="275297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CAC9D4-2C12-0122-ED79-A23A4363DD2E}"/>
              </a:ext>
            </a:extLst>
          </p:cNvPr>
          <p:cNvSpPr txBox="1"/>
          <p:nvPr/>
        </p:nvSpPr>
        <p:spPr>
          <a:xfrm>
            <a:off x="336550" y="584200"/>
            <a:ext cx="7135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이수경 </a:t>
            </a:r>
            <a:r>
              <a:rPr lang="en-US" altLang="ko-KR" dirty="0"/>
              <a:t>: </a:t>
            </a:r>
            <a:r>
              <a:rPr lang="ko-KR" altLang="en-US" dirty="0" err="1"/>
              <a:t>크롤링</a:t>
            </a:r>
            <a:r>
              <a:rPr lang="ko-KR" altLang="en-US" dirty="0"/>
              <a:t> 자료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 err="1"/>
              <a:t>파인콘</a:t>
            </a:r>
            <a:r>
              <a:rPr lang="ko-KR" altLang="en-US" dirty="0"/>
              <a:t> 벡터데이터베이스 서버 구축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D5946C-3078-AA7C-3E85-BFC7FAAB8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" y="1732413"/>
            <a:ext cx="11576997" cy="46339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456B90-7694-EDF5-394C-9AFE9141479D}"/>
              </a:ext>
            </a:extLst>
          </p:cNvPr>
          <p:cNvSpPr txBox="1"/>
          <p:nvPr/>
        </p:nvSpPr>
        <p:spPr>
          <a:xfrm>
            <a:off x="397965" y="1293176"/>
            <a:ext cx="10481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카카오뱅크에서 개발한 </a:t>
            </a:r>
            <a:r>
              <a:rPr lang="en-US" altLang="ko-KR" dirty="0" err="1"/>
              <a:t>kakaobank</a:t>
            </a:r>
            <a:r>
              <a:rPr lang="en-US" altLang="ko-KR" dirty="0"/>
              <a:t>/</a:t>
            </a:r>
            <a:r>
              <a:rPr lang="en-US" altLang="ko-KR" dirty="0" err="1"/>
              <a:t>kf</a:t>
            </a:r>
            <a:r>
              <a:rPr lang="en-US" altLang="ko-KR" dirty="0"/>
              <a:t>-</a:t>
            </a:r>
            <a:r>
              <a:rPr lang="en-US" altLang="ko-KR" dirty="0" err="1"/>
              <a:t>deberta</a:t>
            </a:r>
            <a:r>
              <a:rPr lang="en-US" altLang="ko-KR" dirty="0"/>
              <a:t>-base </a:t>
            </a:r>
            <a:r>
              <a:rPr lang="ko-KR" altLang="en-US" dirty="0" err="1"/>
              <a:t>임베딩</a:t>
            </a:r>
            <a:r>
              <a:rPr lang="ko-KR" altLang="en-US" dirty="0"/>
              <a:t> 모델을 사용하여 </a:t>
            </a:r>
            <a:r>
              <a:rPr lang="ko-KR" altLang="en-US" dirty="0" err="1"/>
              <a:t>크롤링</a:t>
            </a:r>
            <a:r>
              <a:rPr lang="ko-KR" altLang="en-US" dirty="0"/>
              <a:t> 데이터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2821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CAC9D4-2C12-0122-ED79-A23A4363DD2E}"/>
              </a:ext>
            </a:extLst>
          </p:cNvPr>
          <p:cNvSpPr txBox="1"/>
          <p:nvPr/>
        </p:nvSpPr>
        <p:spPr>
          <a:xfrm>
            <a:off x="336550" y="584200"/>
            <a:ext cx="6280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김현우 </a:t>
            </a:r>
            <a:r>
              <a:rPr lang="en-US" altLang="ko-KR" dirty="0"/>
              <a:t>: </a:t>
            </a:r>
            <a:r>
              <a:rPr lang="ko-KR" altLang="en-US" dirty="0"/>
              <a:t>질문을 코사인 유사도 분석을 통해 관련 자료 출력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F8101F-E6AA-25F8-0011-31AEE08C2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34" y="2168454"/>
            <a:ext cx="3991532" cy="10097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9446476-9029-56C2-3539-080972F67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34" y="3370866"/>
            <a:ext cx="8097380" cy="8668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B80399-6E24-1E34-7267-3F099FB478FB}"/>
              </a:ext>
            </a:extLst>
          </p:cNvPr>
          <p:cNvSpPr txBox="1"/>
          <p:nvPr/>
        </p:nvSpPr>
        <p:spPr>
          <a:xfrm>
            <a:off x="648268" y="5090615"/>
            <a:ext cx="6891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코사인 유사도는 높은데 관련 자료가 아닌 케이스가 많이 발견됨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해당 오류 발생 원인 분석 중</a:t>
            </a:r>
          </a:p>
        </p:txBody>
      </p:sp>
    </p:spTree>
    <p:extLst>
      <p:ext uri="{BB962C8B-B14F-4D97-AF65-F5344CB8AC3E}">
        <p14:creationId xmlns:p14="http://schemas.microsoft.com/office/powerpoint/2010/main" val="2859421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CAC9D4-2C12-0122-ED79-A23A4363DD2E}"/>
              </a:ext>
            </a:extLst>
          </p:cNvPr>
          <p:cNvSpPr txBox="1"/>
          <p:nvPr/>
        </p:nvSpPr>
        <p:spPr>
          <a:xfrm>
            <a:off x="336550" y="584200"/>
            <a:ext cx="500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정찬우 </a:t>
            </a:r>
            <a:r>
              <a:rPr lang="en-US" altLang="ko-KR" dirty="0"/>
              <a:t>: </a:t>
            </a:r>
            <a:r>
              <a:rPr lang="ko-KR" altLang="en-US" dirty="0"/>
              <a:t>서버 구축 및 코드 취합 </a:t>
            </a:r>
            <a:r>
              <a:rPr lang="en-US" altLang="ko-KR" dirty="0"/>
              <a:t>&amp; </a:t>
            </a:r>
            <a:r>
              <a:rPr lang="ko-KR" altLang="en-US" dirty="0"/>
              <a:t>서버 적용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BA8F8B-C3C4-D59F-C1CE-5E78C10EFAA9}"/>
              </a:ext>
            </a:extLst>
          </p:cNvPr>
          <p:cNvSpPr txBox="1"/>
          <p:nvPr/>
        </p:nvSpPr>
        <p:spPr>
          <a:xfrm>
            <a:off x="882650" y="2381250"/>
            <a:ext cx="11201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오라클 클라우드의 </a:t>
            </a:r>
            <a:r>
              <a:rPr lang="en-US" altLang="ko-KR" dirty="0"/>
              <a:t>VCN </a:t>
            </a:r>
            <a:r>
              <a:rPr lang="ko-KR" altLang="en-US" dirty="0"/>
              <a:t>서버 구축 완료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고정 </a:t>
            </a:r>
            <a:r>
              <a:rPr lang="en-US" altLang="ko-KR" dirty="0" err="1"/>
              <a:t>ip</a:t>
            </a:r>
            <a:r>
              <a:rPr lang="en-US" altLang="ko-KR" dirty="0"/>
              <a:t> </a:t>
            </a:r>
            <a:r>
              <a:rPr lang="ko-KR" altLang="en-US" dirty="0"/>
              <a:t>할당 완료 </a:t>
            </a:r>
            <a:r>
              <a:rPr lang="en-US" altLang="ko-KR" dirty="0"/>
              <a:t>(144.24.84.78)</a:t>
            </a:r>
          </a:p>
          <a:p>
            <a:endParaRPr lang="en-US" altLang="ko-KR" dirty="0"/>
          </a:p>
          <a:p>
            <a:r>
              <a:rPr lang="en-US" altLang="ko-KR" dirty="0"/>
              <a:t>DNS </a:t>
            </a:r>
            <a:r>
              <a:rPr lang="ko-KR" altLang="en-US" dirty="0"/>
              <a:t>연동 완료 </a:t>
            </a:r>
            <a:r>
              <a:rPr lang="en-US" altLang="ko-KR" dirty="0"/>
              <a:t>(</a:t>
            </a:r>
            <a:r>
              <a:rPr lang="en-US" altLang="ko-KR" dirty="0" err="1"/>
              <a:t>comjsh.store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Nginx</a:t>
            </a:r>
            <a:r>
              <a:rPr lang="ko-KR" altLang="en-US" dirty="0"/>
              <a:t> 웹 서버 구축 후 </a:t>
            </a:r>
            <a:r>
              <a:rPr lang="en-US" altLang="ko-KR" dirty="0"/>
              <a:t>Let’s Encrypt</a:t>
            </a:r>
            <a:r>
              <a:rPr lang="ko-KR" altLang="en-US" dirty="0"/>
              <a:t>를 통해 </a:t>
            </a:r>
            <a:r>
              <a:rPr lang="en-US" altLang="ko-KR" dirty="0"/>
              <a:t>Https </a:t>
            </a:r>
            <a:r>
              <a:rPr lang="ko-KR" altLang="en-US" dirty="0"/>
              <a:t>인증서 발급 완료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en-US" altLang="ko-KR" dirty="0"/>
              <a:t>Nginx </a:t>
            </a:r>
            <a:r>
              <a:rPr lang="ko-KR" altLang="en-US" dirty="0"/>
              <a:t>서버를 리버스 프록시 서버로 구축하여 </a:t>
            </a:r>
            <a:r>
              <a:rPr lang="en-US" altLang="ko-KR" dirty="0"/>
              <a:t>Flask</a:t>
            </a:r>
            <a:r>
              <a:rPr lang="ko-KR" altLang="en-US" dirty="0"/>
              <a:t> 서버로 접근 가능하게 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현재 팀원들의 작업물을 합치면서 발생하는 문제 해결 중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Flask </a:t>
            </a:r>
            <a:r>
              <a:rPr lang="ko-KR" altLang="en-US" dirty="0"/>
              <a:t>로 모든 기능이 정상 작동되면 </a:t>
            </a:r>
            <a:r>
              <a:rPr lang="en-US" altLang="ko-KR" dirty="0"/>
              <a:t>API</a:t>
            </a:r>
            <a:r>
              <a:rPr lang="ko-KR" altLang="en-US" dirty="0"/>
              <a:t>를 통해 서비스를 확장 예정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909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185</Words>
  <Application>Microsoft Office PowerPoint</Application>
  <PresentationFormat>와이드스크린</PresentationFormat>
  <Paragraphs>26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LLM의 정상화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정찬우</dc:creator>
  <cp:lastModifiedBy>정찬우</cp:lastModifiedBy>
  <cp:revision>1</cp:revision>
  <dcterms:created xsi:type="dcterms:W3CDTF">2024-11-12T20:27:06Z</dcterms:created>
  <dcterms:modified xsi:type="dcterms:W3CDTF">2024-11-12T22:05:02Z</dcterms:modified>
</cp:coreProperties>
</file>