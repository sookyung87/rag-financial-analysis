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28107-B91A-ABEA-FD78-3D4E39A54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DD3D0A-C32E-3B84-C929-F69D6F4EB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0E27-5344-A567-4C76-47F283DE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6739-4144-47A4-AE98-2DCF28C9AD2E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750AB-8C48-5996-6F30-080D8254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A948B7-3B1F-DDB4-B547-C164533C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E555-BFF2-476F-B90D-9B68FC9FD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82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6DEA5-924C-A193-4F44-D2EC0754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8C2F6-C17C-D807-EF1D-D809286F0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A355C5-3E23-ACFD-707F-E87B0A032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6739-4144-47A4-AE98-2DCF28C9AD2E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75074C-34E3-3F4A-9D5E-F4C592541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41AD73-9A01-FB18-24EC-E7ECC9FC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E555-BFF2-476F-B90D-9B68FC9FD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841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7A795-AACB-4235-A9FF-172FCD3D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8A4DFC-90E1-99EE-21D1-3CA1D6664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DA8720-4B11-8BDC-8379-B6838C79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6739-4144-47A4-AE98-2DCF28C9AD2E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9E0C7E-0873-7B78-E9F3-0DCC8131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34680A-AD32-1B1E-75C5-7CE038157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E555-BFF2-476F-B90D-9B68FC9FD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73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F36CB3-8C7D-8FAA-12D0-7971DCF2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ED82C4-9B9A-3728-5B84-A86776448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404A76-77B2-29A5-60FE-70EA84E3D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A7D32F-6EFD-CA3D-8CE3-6FB109783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6739-4144-47A4-AE98-2DCF28C9AD2E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06AD9-A6BA-DD0E-BD8B-0B3F6DFF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A1DE14-7463-F74D-6D47-91D7B6790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E555-BFF2-476F-B90D-9B68FC9FD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660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C35066-C0FE-C936-C4D3-7A25B53F3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9FB38C-AB6E-2547-D8DE-48C4E7E38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97791D-FD33-644A-999F-8BAF09601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7FBAC8-A550-AD8C-29E8-70E4821B8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43B00F-D5F3-770F-1F2E-01F6D1F91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E67CAB-1422-B1EE-BFC5-62DA2C41D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6739-4144-47A4-AE98-2DCF28C9AD2E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11A38-6048-0AB9-73A7-3E566078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C64651-50C6-86BF-2215-41489DDE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E555-BFF2-476F-B90D-9B68FC9FD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967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1EC96-F328-970E-A85D-D93352DDD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01C7E5-702F-A5AF-6617-75D0CAC47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6739-4144-47A4-AE98-2DCF28C9AD2E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BCD5FB-C28E-E178-CF58-82156F67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84BB49-A871-1D3A-F341-2D01C47E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E555-BFF2-476F-B90D-9B68FC9FD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96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035093-50D1-0ADE-5DE6-092BBAA8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6739-4144-47A4-AE98-2DCF28C9AD2E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E4EB84-5480-0DB4-9372-1120E480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E03D26-DCB8-AE6C-5140-E9AC146F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E555-BFF2-476F-B90D-9B68FC9FD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686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0DBC2-8E2E-F503-1FAC-412DBF12B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35889-05B0-0A04-1759-F18B2A33D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D8D397-435F-EFCE-F1CC-3B2D17AED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573ADD-7315-E8A9-2F36-0FD4F9EB4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6739-4144-47A4-AE98-2DCF28C9AD2E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6309E6-EEC9-B633-E14D-671C4C2CC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5A9067-60B9-84B5-DD3B-49DF43DD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E555-BFF2-476F-B90D-9B68FC9FD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99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09CED-A045-6FD3-EA30-B2C228964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C9E60F-CEDD-AB17-0008-AC0C115EA0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6676D4-B4F9-1A2B-378F-A07E3E68A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65A682-C335-C451-8750-2B436B1F0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6739-4144-47A4-AE98-2DCF28C9AD2E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3A7760-B1E1-2AC7-D8C8-1CF2180C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05E48E-FCDD-BF17-2186-1347A591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E555-BFF2-476F-B90D-9B68FC9FD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44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29902-39CE-DD10-1FB4-160FC4DD8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BCA74E-A33C-2BBB-993D-8167D6035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983DE-0AE1-1925-27DF-9D83B1EE2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6739-4144-47A4-AE98-2DCF28C9AD2E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01301F-EAB5-075F-0AC2-AEFA08DF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AF0B5D-F3C4-C339-E765-ABCD2E31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E555-BFF2-476F-B90D-9B68FC9FD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410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A57060-A51D-2F6A-E888-8B1FC8B9D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B0EE99-06CD-93D4-FBA1-C45042E75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46F7BB-6967-8100-26D7-BCE791A1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6739-4144-47A4-AE98-2DCF28C9AD2E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B4446F-3997-7285-7810-A0500E15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6B164C-AB0B-EB04-73A0-8651DB5F5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1E555-BFF2-476F-B90D-9B68FC9FD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41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589FD0-2C3B-CE04-0D39-AECD3C9F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33879B-AE36-AC05-10BA-CD6B5DA2C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62D88C-449A-8104-1DCB-D052E484A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8B6739-4144-47A4-AE98-2DCF28C9AD2E}" type="datetimeFigureOut">
              <a:rPr lang="ko-KR" altLang="en-US" smtClean="0"/>
              <a:t>2024-12-17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4FAA9E-6FD2-BF7D-1FF0-FD672CD6E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EBD97B-ACDA-1AD8-9E4D-CF503824F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1E555-BFF2-476F-B90D-9B68FC9FD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09800" cy="2116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0"/>
            <a:ext cx="9982200" cy="211667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70" y="804333"/>
            <a:ext cx="9533467" cy="846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6536267"/>
            <a:ext cx="9533467" cy="8467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769600" y="567267"/>
            <a:ext cx="9652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altLang="ko-KR" sz="1200" dirty="0">
                <a:solidFill>
                  <a:srgbClr val="9E9E9E"/>
                </a:solidFill>
                <a:ea typeface="Pretendard Regular"/>
              </a:rPr>
              <a:t>LLM</a:t>
            </a:r>
            <a:r>
              <a:rPr lang="ko-KR" altLang="en-US" sz="1200" dirty="0">
                <a:solidFill>
                  <a:srgbClr val="9E9E9E"/>
                </a:solidFill>
                <a:ea typeface="Pretendard Regular"/>
              </a:rPr>
              <a:t>의 정상화</a:t>
            </a:r>
            <a:endParaRPr lang="ko-KR" altLang="ko-KR" sz="1200" dirty="0">
              <a:solidFill>
                <a:srgbClr val="9E9E9E"/>
              </a:solidFill>
              <a:ea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54937" y="922867"/>
            <a:ext cx="6070600" cy="414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33" b="1" dirty="0">
                <a:solidFill>
                  <a:srgbClr val="558ED5"/>
                </a:solidFill>
                <a:latin typeface="+mj-ea"/>
                <a:ea typeface="+mj-ea"/>
              </a:rPr>
              <a:t>Network Diagram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26CDC09-80FF-4216-908E-6ED3CAE3A36A}"/>
              </a:ext>
            </a:extLst>
          </p:cNvPr>
          <p:cNvGrpSpPr/>
          <p:nvPr/>
        </p:nvGrpSpPr>
        <p:grpSpPr>
          <a:xfrm>
            <a:off x="1879600" y="1625600"/>
            <a:ext cx="9296400" cy="4553224"/>
            <a:chOff x="4273349" y="2957368"/>
            <a:chExt cx="11687182" cy="6310868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DEDB8AA3-E3A0-4045-BFEF-8BE39E4F10F1}"/>
                </a:ext>
              </a:extLst>
            </p:cNvPr>
            <p:cNvGrpSpPr/>
            <p:nvPr/>
          </p:nvGrpSpPr>
          <p:grpSpPr>
            <a:xfrm>
              <a:off x="5299269" y="2957368"/>
              <a:ext cx="10661262" cy="6310868"/>
              <a:chOff x="1073538" y="337582"/>
              <a:chExt cx="10661262" cy="6310868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DC778F0D-B398-467C-99D8-86AF7A191733}"/>
                  </a:ext>
                </a:extLst>
              </p:cNvPr>
              <p:cNvSpPr/>
              <p:nvPr/>
            </p:nvSpPr>
            <p:spPr>
              <a:xfrm>
                <a:off x="4502150" y="984250"/>
                <a:ext cx="6705600" cy="5264150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86599EF4-53CD-4FC7-A92C-8606F4E3775D}"/>
                  </a:ext>
                </a:extLst>
              </p:cNvPr>
              <p:cNvSpPr/>
              <p:nvPr/>
            </p:nvSpPr>
            <p:spPr>
              <a:xfrm>
                <a:off x="4127500" y="558800"/>
                <a:ext cx="7607300" cy="6089650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6EBCF33-9828-470C-A519-5C8DFEF13AC0}"/>
                  </a:ext>
                </a:extLst>
              </p:cNvPr>
              <p:cNvSpPr/>
              <p:nvPr/>
            </p:nvSpPr>
            <p:spPr>
              <a:xfrm>
                <a:off x="5289550" y="765691"/>
                <a:ext cx="1390650" cy="425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checky-</a:t>
                </a:r>
                <a:r>
                  <a:rPr lang="en-US" altLang="ko-KR" sz="12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vcn</a:t>
                </a:r>
                <a:endPara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6A933DEF-1535-4B7A-8FCE-64F040931D72}"/>
                  </a:ext>
                </a:extLst>
              </p:cNvPr>
              <p:cNvSpPr/>
              <p:nvPr/>
            </p:nvSpPr>
            <p:spPr>
              <a:xfrm>
                <a:off x="7029450" y="337582"/>
                <a:ext cx="1803400" cy="425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Oracle Cloud</a:t>
                </a:r>
                <a:endPara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734F35CB-9D1F-4FAC-8C46-DDDE4ED41F65}"/>
                  </a:ext>
                </a:extLst>
              </p:cNvPr>
              <p:cNvSpPr/>
              <p:nvPr/>
            </p:nvSpPr>
            <p:spPr>
              <a:xfrm>
                <a:off x="4737100" y="1680091"/>
                <a:ext cx="2933700" cy="4102100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FDC75B97-79DC-4D5E-8371-6059AD276999}"/>
                  </a:ext>
                </a:extLst>
              </p:cNvPr>
              <p:cNvSpPr/>
              <p:nvPr/>
            </p:nvSpPr>
            <p:spPr>
              <a:xfrm>
                <a:off x="7931150" y="1680091"/>
                <a:ext cx="2933700" cy="4102100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D26F3C79-4E6E-4F90-A579-CCE5795E69FE}"/>
                  </a:ext>
                </a:extLst>
              </p:cNvPr>
              <p:cNvSpPr/>
              <p:nvPr/>
            </p:nvSpPr>
            <p:spPr>
              <a:xfrm>
                <a:off x="5508625" y="1461532"/>
                <a:ext cx="1390650" cy="425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33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퍼블릭 </a:t>
                </a:r>
                <a:r>
                  <a:rPr lang="ko-KR" altLang="en-US" sz="933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서브넷</a:t>
                </a:r>
                <a:endParaRPr lang="en-US" altLang="ko-KR" sz="933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US" altLang="ko-KR" sz="933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-checky-</a:t>
                </a:r>
                <a:r>
                  <a:rPr lang="en-US" altLang="ko-KR" sz="933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vcn</a:t>
                </a:r>
                <a:endParaRPr lang="ko-KR" altLang="en-US" sz="933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F23A3560-9FEE-40A5-BB4B-07170BFC55E3}"/>
                  </a:ext>
                </a:extLst>
              </p:cNvPr>
              <p:cNvSpPr/>
              <p:nvPr/>
            </p:nvSpPr>
            <p:spPr>
              <a:xfrm>
                <a:off x="8559800" y="1461532"/>
                <a:ext cx="1676399" cy="425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33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프라이빗</a:t>
                </a:r>
                <a:r>
                  <a:rPr lang="ko-KR" altLang="en-US" sz="933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</a:t>
                </a:r>
                <a:r>
                  <a:rPr lang="ko-KR" altLang="en-US" sz="933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서브넷</a:t>
                </a:r>
                <a:endParaRPr lang="en-US" altLang="ko-KR" sz="933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US" altLang="ko-KR" sz="933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-checky-</a:t>
                </a:r>
                <a:r>
                  <a:rPr lang="en-US" altLang="ko-KR" sz="933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vcn</a:t>
                </a:r>
                <a:endParaRPr lang="ko-KR" altLang="en-US" sz="933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F017AB1F-7EFB-41DB-9DAC-5B02A47440A7}"/>
                  </a:ext>
                </a:extLst>
              </p:cNvPr>
              <p:cNvSpPr/>
              <p:nvPr/>
            </p:nvSpPr>
            <p:spPr>
              <a:xfrm>
                <a:off x="5257800" y="2312432"/>
                <a:ext cx="1895475" cy="15064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instance-COMJSH</a:t>
                </a:r>
              </a:p>
              <a:p>
                <a:pPr algn="ctr"/>
                <a:endParaRPr lang="en-US" altLang="ko-KR" sz="667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US" altLang="ko-KR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VM.Standard.E2.1.Micro</a:t>
                </a:r>
              </a:p>
              <a:p>
                <a:pPr algn="ctr"/>
                <a:r>
                  <a:rPr lang="en-US" altLang="ko-KR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OCPU </a:t>
                </a:r>
                <a:r>
                  <a:rPr lang="ko-KR" altLang="en-US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개수</a:t>
                </a:r>
                <a:r>
                  <a:rPr lang="en-US" altLang="ko-KR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: 1</a:t>
                </a:r>
              </a:p>
              <a:p>
                <a:pPr algn="ctr"/>
                <a:r>
                  <a:rPr lang="ko-KR" altLang="en-US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메모리</a:t>
                </a:r>
                <a:r>
                  <a:rPr lang="en-US" altLang="ko-KR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(GB): 1</a:t>
                </a:r>
              </a:p>
              <a:p>
                <a:pPr algn="ctr"/>
                <a:r>
                  <a:rPr lang="ko-KR" altLang="en-US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네트워크 대역폭</a:t>
                </a:r>
                <a:r>
                  <a:rPr lang="en-US" altLang="ko-KR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(Gbps): 0.48</a:t>
                </a:r>
              </a:p>
              <a:p>
                <a:pPr algn="ctr"/>
                <a:r>
                  <a:rPr lang="ko-KR" altLang="en-US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고정 </a:t>
                </a:r>
                <a:r>
                  <a:rPr lang="en-US" altLang="ko-KR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IP: 144.24.84.78</a:t>
                </a:r>
                <a:endParaRPr lang="ko-KR" altLang="en-US" sz="667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19A687B-F30D-464A-9F85-D2B22CBFC377}"/>
                  </a:ext>
                </a:extLst>
              </p:cNvPr>
              <p:cNvSpPr/>
              <p:nvPr/>
            </p:nvSpPr>
            <p:spPr>
              <a:xfrm>
                <a:off x="5457825" y="4361419"/>
                <a:ext cx="1571625" cy="5271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33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NAT</a:t>
                </a:r>
              </a:p>
              <a:p>
                <a:pPr algn="ctr"/>
                <a:r>
                  <a:rPr lang="en-US" altLang="ko-KR" sz="933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GATEWAY</a:t>
                </a:r>
                <a:endParaRPr lang="ko-KR" altLang="en-US" sz="933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B21A7FF0-1F74-40AD-A647-848EE38261CA}"/>
                  </a:ext>
                </a:extLst>
              </p:cNvPr>
              <p:cNvSpPr/>
              <p:nvPr/>
            </p:nvSpPr>
            <p:spPr>
              <a:xfrm>
                <a:off x="8612186" y="2813566"/>
                <a:ext cx="1571625" cy="18351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DB-COMJSH</a:t>
                </a:r>
              </a:p>
              <a:p>
                <a:pPr algn="ctr"/>
                <a:r>
                  <a:rPr lang="en-US" altLang="ko-KR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</a:t>
                </a:r>
                <a:r>
                  <a:rPr lang="en-US" altLang="ko-KR" sz="667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MySQL.Free.Standalone</a:t>
                </a:r>
                <a:endParaRPr lang="en-US" altLang="ko-KR" sz="667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ko-KR" altLang="en-US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버전</a:t>
                </a:r>
                <a:r>
                  <a:rPr lang="en-US" altLang="ko-KR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: 9.1.0</a:t>
                </a:r>
              </a:p>
              <a:p>
                <a:pPr algn="ctr"/>
                <a:r>
                  <a:rPr lang="en-US" altLang="ko-KR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ECPU </a:t>
                </a:r>
                <a:r>
                  <a:rPr lang="ko-KR" altLang="en-US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개수</a:t>
                </a:r>
                <a:r>
                  <a:rPr lang="en-US" altLang="ko-KR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: 1</a:t>
                </a:r>
              </a:p>
              <a:p>
                <a:pPr algn="ctr"/>
                <a:r>
                  <a:rPr lang="ko-KR" altLang="en-US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메모리</a:t>
                </a:r>
                <a:r>
                  <a:rPr lang="en-US" altLang="ko-KR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(GB): 8</a:t>
                </a:r>
              </a:p>
              <a:p>
                <a:pPr algn="ctr"/>
                <a:r>
                  <a:rPr lang="ko-KR" altLang="en-US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스토리지 크기</a:t>
                </a:r>
                <a:r>
                  <a:rPr lang="en-US" altLang="ko-KR" sz="667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(GB): 50</a:t>
                </a:r>
              </a:p>
              <a:p>
                <a:pPr algn="ctr"/>
                <a:endParaRPr lang="ko-KR" altLang="en-US" sz="667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2962D146-5293-4B7A-8FF6-AFECA44331D6}"/>
                  </a:ext>
                </a:extLst>
              </p:cNvPr>
              <p:cNvSpPr/>
              <p:nvPr/>
            </p:nvSpPr>
            <p:spPr>
              <a:xfrm>
                <a:off x="2841625" y="3473931"/>
                <a:ext cx="701676" cy="5271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33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DNS</a:t>
                </a:r>
                <a:endParaRPr lang="ko-KR" altLang="en-US" sz="933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cxnSp>
            <p:nvCxnSpPr>
              <p:cNvPr id="29" name="직선 화살표 연결선 28">
                <a:extLst>
                  <a:ext uri="{FF2B5EF4-FFF2-40B4-BE49-F238E27FC236}">
                    <a16:creationId xmlns:a16="http://schemas.microsoft.com/office/drawing/2014/main" id="{15136922-D9BE-4EB5-A1FC-6C8F670B40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35800" y="3737491"/>
                <a:ext cx="1530350" cy="806107"/>
              </a:xfrm>
              <a:prstGeom prst="straightConnector1">
                <a:avLst/>
              </a:prstGeom>
              <a:ln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직선 화살표 연결선 29">
                <a:extLst>
                  <a:ext uri="{FF2B5EF4-FFF2-40B4-BE49-F238E27FC236}">
                    <a16:creationId xmlns:a16="http://schemas.microsoft.com/office/drawing/2014/main" id="{5862500C-1765-42B3-8159-99C48808042D}"/>
                  </a:ext>
                </a:extLst>
              </p:cNvPr>
              <p:cNvCxnSpPr>
                <a:cxnSpLocks/>
                <a:endCxn id="25" idx="1"/>
              </p:cNvCxnSpPr>
              <p:nvPr/>
            </p:nvCxnSpPr>
            <p:spPr>
              <a:xfrm flipV="1">
                <a:off x="3540125" y="3065652"/>
                <a:ext cx="1717675" cy="598608"/>
              </a:xfrm>
              <a:prstGeom prst="straightConnector1">
                <a:avLst/>
              </a:prstGeom>
              <a:ln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ABE3D18E-1285-4310-8BEF-FDA22ABAD239}"/>
                  </a:ext>
                </a:extLst>
              </p:cNvPr>
              <p:cNvCxnSpPr/>
              <p:nvPr/>
            </p:nvCxnSpPr>
            <p:spPr>
              <a:xfrm>
                <a:off x="7205664" y="3029431"/>
                <a:ext cx="1360486" cy="444500"/>
              </a:xfrm>
              <a:prstGeom prst="straightConnector1">
                <a:avLst/>
              </a:prstGeom>
              <a:ln>
                <a:solidFill>
                  <a:schemeClr val="accent4">
                    <a:lumMod val="7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E12BAFEC-E4C7-4F4E-AE36-F383CB0079DD}"/>
                  </a:ext>
                </a:extLst>
              </p:cNvPr>
              <p:cNvCxnSpPr>
                <a:endCxn id="28" idx="1"/>
              </p:cNvCxnSpPr>
              <p:nvPr/>
            </p:nvCxnSpPr>
            <p:spPr>
              <a:xfrm>
                <a:off x="2259804" y="3731141"/>
                <a:ext cx="581821" cy="6350"/>
              </a:xfrm>
              <a:prstGeom prst="straightConnector1">
                <a:avLst/>
              </a:prstGeom>
              <a:ln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1A1002A6-956E-47B1-BCFB-6E19F34A453D}"/>
                  </a:ext>
                </a:extLst>
              </p:cNvPr>
              <p:cNvSpPr/>
              <p:nvPr/>
            </p:nvSpPr>
            <p:spPr>
              <a:xfrm>
                <a:off x="1073538" y="4830428"/>
                <a:ext cx="2045500" cy="1417011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네이버페이 증권</a:t>
                </a:r>
                <a:endParaRPr lang="en-US" altLang="ko-KR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US" altLang="ko-KR" sz="1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PINECONE API</a:t>
                </a:r>
              </a:p>
              <a:p>
                <a:pPr algn="ctr"/>
                <a:r>
                  <a:rPr lang="en-US" altLang="ko-KR" sz="1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DART API</a:t>
                </a:r>
              </a:p>
              <a:p>
                <a:pPr algn="ctr"/>
                <a:r>
                  <a:rPr lang="en-US" altLang="ko-KR" sz="1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OPEN API</a:t>
                </a:r>
                <a:endPara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B724367E-0F7E-4808-A517-DAB0B173BB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388" y="4736955"/>
                <a:ext cx="2346725" cy="881908"/>
              </a:xfrm>
              <a:prstGeom prst="straightConnector1">
                <a:avLst/>
              </a:prstGeom>
              <a:ln>
                <a:solidFill>
                  <a:schemeClr val="accent4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95B1C290-3798-41F5-BEEF-F49BB83DC111}"/>
                  </a:ext>
                </a:extLst>
              </p:cNvPr>
              <p:cNvCxnSpPr/>
              <p:nvPr/>
            </p:nvCxnSpPr>
            <p:spPr>
              <a:xfrm flipH="1">
                <a:off x="3125388" y="3429000"/>
                <a:ext cx="2132412" cy="1917700"/>
              </a:xfrm>
              <a:prstGeom prst="straightConnector1">
                <a:avLst/>
              </a:prstGeom>
              <a:ln>
                <a:solidFill>
                  <a:schemeClr val="accent4">
                    <a:lumMod val="7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DEDFA2A-7368-4E66-A81F-8FF665939779}"/>
                </a:ext>
              </a:extLst>
            </p:cNvPr>
            <p:cNvSpPr/>
            <p:nvPr/>
          </p:nvSpPr>
          <p:spPr>
            <a:xfrm>
              <a:off x="4273349" y="6098012"/>
              <a:ext cx="2185992" cy="5271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33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https://www.comjsh.store</a:t>
              </a:r>
              <a:endParaRPr lang="ko-KR" altLang="en-US" sz="93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36" name="설명선: 선 35">
            <a:extLst>
              <a:ext uri="{FF2B5EF4-FFF2-40B4-BE49-F238E27FC236}">
                <a16:creationId xmlns:a16="http://schemas.microsoft.com/office/drawing/2014/main" id="{DD9EA213-A9D5-4B31-B790-2200BFE9A2F6}"/>
              </a:ext>
            </a:extLst>
          </p:cNvPr>
          <p:cNvSpPr/>
          <p:nvPr/>
        </p:nvSpPr>
        <p:spPr>
          <a:xfrm>
            <a:off x="3049313" y="3278374"/>
            <a:ext cx="1435371" cy="461957"/>
          </a:xfrm>
          <a:prstGeom prst="borderCallout1">
            <a:avLst>
              <a:gd name="adj1" fmla="val 48810"/>
              <a:gd name="adj2" fmla="val 38"/>
              <a:gd name="adj3" fmla="val 174579"/>
              <a:gd name="adj4" fmla="val -29709"/>
            </a:avLst>
          </a:prstGeom>
          <a:noFill/>
          <a:ln>
            <a:solidFill>
              <a:srgbClr val="604A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33" dirty="0">
                <a:solidFill>
                  <a:sysClr val="windowText" lastClr="000000"/>
                </a:solidFill>
              </a:rPr>
              <a:t>Let’s Encrypt</a:t>
            </a:r>
          </a:p>
          <a:p>
            <a:pPr algn="ctr"/>
            <a:r>
              <a:rPr lang="en-US" altLang="ko-KR" sz="933" dirty="0">
                <a:solidFill>
                  <a:sysClr val="windowText" lastClr="000000"/>
                </a:solidFill>
              </a:rPr>
              <a:t>Https </a:t>
            </a:r>
            <a:r>
              <a:rPr lang="ko-KR" altLang="en-US" sz="933" dirty="0">
                <a:solidFill>
                  <a:sysClr val="windowText" lastClr="000000"/>
                </a:solidFill>
              </a:rPr>
              <a:t>암호화 인증 발급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06A7DE-DD78-4BE6-9BCF-A7062BB229AD}"/>
              </a:ext>
            </a:extLst>
          </p:cNvPr>
          <p:cNvSpPr txBox="1"/>
          <p:nvPr/>
        </p:nvSpPr>
        <p:spPr>
          <a:xfrm>
            <a:off x="4468033" y="3698026"/>
            <a:ext cx="570361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33" dirty="0"/>
              <a:t>443 Port</a:t>
            </a:r>
            <a:endParaRPr lang="ko-KR" altLang="en-US" sz="933" dirty="0"/>
          </a:p>
        </p:txBody>
      </p:sp>
    </p:spTree>
    <p:extLst>
      <p:ext uri="{BB962C8B-B14F-4D97-AF65-F5344CB8AC3E}">
        <p14:creationId xmlns:p14="http://schemas.microsoft.com/office/powerpoint/2010/main" val="811457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와이드스크린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 Regular</vt:lpstr>
      <vt:lpstr>Arial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정찬우</dc:creator>
  <cp:lastModifiedBy>정찬우</cp:lastModifiedBy>
  <cp:revision>1</cp:revision>
  <dcterms:created xsi:type="dcterms:W3CDTF">2024-12-17T02:49:06Z</dcterms:created>
  <dcterms:modified xsi:type="dcterms:W3CDTF">2024-12-17T02:49:34Z</dcterms:modified>
</cp:coreProperties>
</file>