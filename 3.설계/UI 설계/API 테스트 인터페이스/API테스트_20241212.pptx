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4277F-D781-4F8E-B5C8-B4A759F1E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C0F926-8107-D324-A8C3-460284C40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A7844A-609C-F2B2-1C81-1752586E6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EC47B0-2B32-B77F-8849-222480291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F51B3A-3CE2-FE9F-10BA-D89F1CA16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8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C2586-A5C5-045F-B80F-DB15B913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559C03-52FE-79FB-D6AF-F354D334C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D2A9AE-1FDA-8A84-4759-24B53FEF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6A834A-38F4-341A-C2EB-9DAEF072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4C40BB-16C0-8BB5-6125-B55507D3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676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1B7495-1854-5350-2E95-8ADAB72C8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9BAB4F-B955-0F8F-123B-ECF3E9429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2E9B94-47AE-5710-FE00-5F42996B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2B94CD-7077-8691-9D71-3D71BCE9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E40F81-039D-3E9A-D81A-16AF5C7F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0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3CEB5-E052-395C-8F2E-656BBE517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122BAB-0D9A-8A6B-3777-69EDD07BE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9B6D7E-9E84-43E3-4A60-D65AFC643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D63249-DF40-A7DE-F636-382F392B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53F64E-026E-EC14-0D6E-1B5292AC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4C74A2-BA31-BFE2-4C22-735CADA7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56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945E5-F01D-6FEA-B28B-C208B91F6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39B366-331D-6F17-8EE8-E8262762B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2695DC-4780-4D53-3BD1-1FA64A48E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7848D7-B38E-D421-E438-9887B5F64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303857-5C07-0BBC-EBE3-7A4E13A9C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874046-3879-BA93-F19A-B96FAAE33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C22703-CB68-A2D0-6914-4C5DBCC7E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E2F89A-9B81-A315-3801-00C47A08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95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30890-4DD2-36C2-2216-C9646E99F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382327-70BD-B91E-7BDE-DB6D82C7D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9EFC3A-E86C-B15A-B91F-0E50B96F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6DE82C-7BC2-ED8E-3982-7C2698A37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60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436DF3-C545-7D6C-36D0-056566E0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1B2FA1F-EAF4-1C9A-183C-E10318BB7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FED003-5835-FA56-82ED-2F6FFB8E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844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B992C-31E8-E232-1016-78D38D754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6A0268-9844-2A9B-18A3-99F1BCEAB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F53988-4C08-459D-94D5-32FDA80EA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745D45-4A84-820B-0606-74E9B401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4A5D21-7DFE-7C13-1CE2-B43FCE089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9BEA44-5D54-6261-3883-79F75F08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109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E0D41-0D90-3559-E339-BDED6D44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737122-D284-5071-DB02-0ACFEBA31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FCECE2-ACD4-1D52-06FF-62348F3AB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D9551F-D0AC-952D-3033-E09FA3C60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6D3DB-2F7C-85F2-4C83-41543E2AA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5B10DE-8BD2-756B-A416-085F1042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95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FBE20-C81E-8990-8D68-30354192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5ABA21-61A5-B2A3-E98A-AC83132DA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4DD62E-1A7C-B96B-CAF6-698B14B8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572F6C-F77C-2593-E822-E2790CF8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C0547A-7259-290D-A8F7-3176D56D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93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DE7D50-C5E8-39FC-2925-6F1533ED1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82F62F-D375-0F69-9603-1B67B4C67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79C7A-8976-B140-0F15-BAA9E8CF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EEA408-8B0E-BC3F-4A6B-2FE21CFB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F4C2B0-63A2-4800-4D19-33813DFF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408ABF-15EC-9649-3D09-8C066237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78FBC1-EB07-821C-379C-2B201934D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3A96FC-3701-8F00-1C3D-8EDB60C84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0A7F77-1C27-5B5A-77AB-F444D1E48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D4B709-7F46-C684-96B2-D3DC7049B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83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6B53A37-6D51-8170-4948-4C35EB329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82527"/>
              </p:ext>
            </p:extLst>
          </p:nvPr>
        </p:nvGraphicFramePr>
        <p:xfrm>
          <a:off x="527050" y="719666"/>
          <a:ext cx="11252200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372094640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1961828391"/>
                    </a:ext>
                  </a:extLst>
                </a:gridCol>
                <a:gridCol w="7670800">
                  <a:extLst>
                    <a:ext uri="{9D8B030D-6E8A-4147-A177-3AD203B41FA5}">
                      <a16:colId xmlns:a16="http://schemas.microsoft.com/office/drawing/2014/main" val="3701515022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1092698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Author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21720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정찬우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최초 작성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2024-11-15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12858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정찬우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답변 출력 부분에 다양한 </a:t>
                      </a:r>
                      <a:r>
                        <a:rPr lang="en-US" altLang="ko-KR" dirty="0" err="1"/>
                        <a:t>json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속성을 </a:t>
                      </a:r>
                      <a:r>
                        <a:rPr lang="ko-KR" altLang="en-US" dirty="0" err="1"/>
                        <a:t>리턴할</a:t>
                      </a:r>
                      <a:r>
                        <a:rPr lang="ko-KR" altLang="en-US" dirty="0"/>
                        <a:t> 수 있도록 변경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2024-12-12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172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662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1D72C11E-BB06-9C68-CC79-418050BD80C5}"/>
              </a:ext>
            </a:extLst>
          </p:cNvPr>
          <p:cNvGrpSpPr/>
          <p:nvPr/>
        </p:nvGrpSpPr>
        <p:grpSpPr>
          <a:xfrm>
            <a:off x="72345" y="717932"/>
            <a:ext cx="6766605" cy="6029578"/>
            <a:chOff x="205695" y="698882"/>
            <a:chExt cx="6766605" cy="6029578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5D4A5E93-CA53-EFCE-A425-BF0F26AFD1F4}"/>
                </a:ext>
              </a:extLst>
            </p:cNvPr>
            <p:cNvGrpSpPr/>
            <p:nvPr/>
          </p:nvGrpSpPr>
          <p:grpSpPr>
            <a:xfrm>
              <a:off x="205695" y="698882"/>
              <a:ext cx="6766605" cy="6029578"/>
              <a:chOff x="205695" y="698882"/>
              <a:chExt cx="6766605" cy="6029578"/>
            </a:xfrm>
          </p:grpSpPr>
          <p:pic>
            <p:nvPicPr>
              <p:cNvPr id="8" name="그림 7" descr="텍스트, 스크린샷, 소프트웨어, 번호이(가) 표시된 사진&#10;&#10;자동 생성된 설명">
                <a:extLst>
                  <a:ext uri="{FF2B5EF4-FFF2-40B4-BE49-F238E27FC236}">
                    <a16:creationId xmlns:a16="http://schemas.microsoft.com/office/drawing/2014/main" id="{39CD5D89-C3AD-6FD4-879D-755BA6185E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5695" y="698882"/>
                <a:ext cx="6766605" cy="6029578"/>
              </a:xfrm>
              <a:prstGeom prst="rect">
                <a:avLst/>
              </a:prstGeom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0B893203-0E52-ABEA-8AE7-ECB482F07A1A}"/>
                  </a:ext>
                </a:extLst>
              </p:cNvPr>
              <p:cNvSpPr/>
              <p:nvPr/>
            </p:nvSpPr>
            <p:spPr>
              <a:xfrm>
                <a:off x="654050" y="2755900"/>
                <a:ext cx="234950" cy="177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0EF4CC3-DEFB-EC11-CBF8-C00763CB7D77}"/>
                </a:ext>
              </a:extLst>
            </p:cNvPr>
            <p:cNvSpPr/>
            <p:nvPr/>
          </p:nvSpPr>
          <p:spPr>
            <a:xfrm>
              <a:off x="1835150" y="4248150"/>
              <a:ext cx="2222500" cy="17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F285B55-9D35-323F-E834-F629DF3BC8A8}"/>
                </a:ext>
              </a:extLst>
            </p:cNvPr>
            <p:cNvSpPr/>
            <p:nvPr/>
          </p:nvSpPr>
          <p:spPr>
            <a:xfrm>
              <a:off x="1835150" y="4514850"/>
              <a:ext cx="2324100" cy="17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02E28D-D6B4-DF26-05AD-07B50EA127F7}"/>
                </a:ext>
              </a:extLst>
            </p:cNvPr>
            <p:cNvSpPr/>
            <p:nvPr/>
          </p:nvSpPr>
          <p:spPr>
            <a:xfrm>
              <a:off x="1733550" y="4781550"/>
              <a:ext cx="2324100" cy="17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7E33E7-5388-DB3B-7F01-127EBBD87EA8}"/>
                </a:ext>
              </a:extLst>
            </p:cNvPr>
            <p:cNvSpPr/>
            <p:nvPr/>
          </p:nvSpPr>
          <p:spPr>
            <a:xfrm>
              <a:off x="1663700" y="5113655"/>
              <a:ext cx="2324100" cy="17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74FC329-0808-3B89-C9D5-C12A2C4AD303}"/>
                </a:ext>
              </a:extLst>
            </p:cNvPr>
            <p:cNvSpPr/>
            <p:nvPr/>
          </p:nvSpPr>
          <p:spPr>
            <a:xfrm>
              <a:off x="1555750" y="5388610"/>
              <a:ext cx="2324100" cy="17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A23AA36-DAA3-10B5-88E4-47A56F38FF38}"/>
                </a:ext>
              </a:extLst>
            </p:cNvPr>
            <p:cNvSpPr/>
            <p:nvPr/>
          </p:nvSpPr>
          <p:spPr>
            <a:xfrm>
              <a:off x="1588747" y="5661025"/>
              <a:ext cx="2324100" cy="17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EC7FCA1-C5F1-CEF6-86DB-4DCD49ECD09C}"/>
                </a:ext>
              </a:extLst>
            </p:cNvPr>
            <p:cNvSpPr/>
            <p:nvPr/>
          </p:nvSpPr>
          <p:spPr>
            <a:xfrm>
              <a:off x="1589994" y="5982017"/>
              <a:ext cx="2324100" cy="17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E8644B9-3616-AEE5-3597-0F51C9B30767}"/>
                </a:ext>
              </a:extLst>
            </p:cNvPr>
            <p:cNvSpPr/>
            <p:nvPr/>
          </p:nvSpPr>
          <p:spPr>
            <a:xfrm>
              <a:off x="1555750" y="6214109"/>
              <a:ext cx="2324100" cy="17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1428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22</Words>
  <Application>Microsoft Office PowerPoint</Application>
  <PresentationFormat>와이드스크린</PresentationFormat>
  <Paragraphs>12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정찬우</dc:creator>
  <cp:lastModifiedBy>정찬우</cp:lastModifiedBy>
  <cp:revision>3</cp:revision>
  <dcterms:created xsi:type="dcterms:W3CDTF">2024-12-12T08:58:38Z</dcterms:created>
  <dcterms:modified xsi:type="dcterms:W3CDTF">2024-12-12T09:40:10Z</dcterms:modified>
</cp:coreProperties>
</file>