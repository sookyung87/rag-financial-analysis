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DFD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>
        <p:scale>
          <a:sx n="125" d="100"/>
          <a:sy n="125" d="100"/>
        </p:scale>
        <p:origin x="1584" y="6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4B4277F-D781-4F8E-B5C8-B4A759F1EC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EC0F926-8107-D324-A8C3-460284C40B4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A7844A-609C-F2B2-1C81-1752586E67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CEC47B0-2B32-B77F-8849-222480291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F51B3A-3CE2-FE9F-10BA-D89F1CA16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3886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2C2586-A5C5-045F-B80F-DB15B913D9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6559C03-52FE-79FB-D6AF-F354D334CD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0D2A9AE-1FDA-8A84-4759-24B53FEF8F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56A834A-38F4-341A-C2EB-9DAEF072A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B4C40BB-16C0-8BB5-6125-B55507D3F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06766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D1B7495-1854-5350-2E95-8ADAB72C8E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9BAB4F-B955-0F8F-123B-ECF3E9429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72E9B94-47AE-5710-FE00-5F42996B39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42B94CD-7077-8691-9D71-3D71BCE9F4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4E40F81-039D-3E9A-D81A-16AF5C7FB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60389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633CEB5-E052-395C-8F2E-656BBE517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2122BAB-0D9A-8A6B-3777-69EDD07BE24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89B6D7E-9E84-43E3-4A60-D65AFC6431F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5BD63249-DF40-A7DE-F636-382F392B82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B53F64E-026E-EC14-0D6E-1B5292ACF5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4C74A2-BA31-BFE2-4C22-735CADA7E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95683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50945E5-F01D-6FEA-B28B-C208B91F63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A39B366-331D-6F17-8EE8-E8262762BF5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42695DC-4780-4D53-3BD1-1FA64A48E0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D67848D7-B38E-D421-E438-9887B5F6407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27303857-5C07-0BBC-EBE3-7A4E13A9C4A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E6874046-3879-BA93-F19A-B96FAAE330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9C22703-CB68-A2D0-6914-4C5DBCC7E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2BE2F89A-9B81-A315-3801-00C47A0899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959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30890-4DD2-36C2-2216-C9646E99F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C382327-70BD-B91E-7BDE-DB6D82C7D9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89EFC3A-E86C-B15A-B91F-0E50B96FC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986DE82C-7BC2-ED8E-3982-7C2698A37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66002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436DF3-C545-7D6C-36D0-056566E0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1B2FA1F-EAF4-1C9A-183C-E10318BB78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BFFED003-5835-FA56-82ED-2F6FFB8E0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38446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02B992C-31E8-E232-1016-78D38D7548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C6A0268-9844-2A9B-18A3-99F1BCEAB2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F53988-4C08-459D-94D5-32FDA80EA8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3745D45-4A84-820B-0606-74E9B4014C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24A5D21-7DFE-7C13-1CE2-B43FCE0896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79BEA44-5D54-6261-3883-79F75F082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81099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3E0D41-0D90-3559-E339-BDED6D441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4B737122-D284-5071-DB02-0ACFEBA316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3FCECE2-ACD4-1D52-06FF-62348F3ABF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AD9551F-D0AC-952D-3033-E09FA3C6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E46D3DB-2F7C-85F2-4C83-41543E2AA2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55B10DE-8BD2-756B-A416-085F104210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8195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EFBE20-C81E-8990-8D68-303541923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5ABA21-61A5-B2A3-E98A-AC83132DA86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74DD62E-1A7C-B96B-CAF6-698B14B8E2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C572F6C-F77C-2593-E822-E2790CF852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BC0547A-7259-290D-A8F7-3176D56D74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1938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CDE7D50-C5E8-39FC-2925-6F1533ED16E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C82F62F-D375-0F69-9603-1B67B4C67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CB79C7A-8976-B140-0F15-BAA9E8CF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EEA408-8B0E-BC3F-4A6B-2FE21CFBFE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0F4C2B0-63A2-4800-4D19-33813DFFE5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7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2408ABF-15EC-9649-3D09-8C0662374E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478FBC1-EB07-821C-379C-2B201934DF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3A96FC-3701-8F00-1C3D-8EDB60C8493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45FF5A-0EB5-4EA2-8BCD-2B8FBFCACD99}" type="datetimeFigureOut">
              <a:rPr lang="ko-KR" altLang="en-US" smtClean="0"/>
              <a:t>2024-12-12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D0A7F77-1C27-5B5A-77AB-F444D1E48EB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5D4B709-7F46-C684-96B2-D3DC7049B3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090624-39E5-4C6F-B161-C11A387F119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8839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C6B53A37-6D51-8170-4948-4C35EB329D1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1004615"/>
              </p:ext>
            </p:extLst>
          </p:nvPr>
        </p:nvGraphicFramePr>
        <p:xfrm>
          <a:off x="527050" y="719666"/>
          <a:ext cx="112522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13050">
                  <a:extLst>
                    <a:ext uri="{9D8B030D-6E8A-4147-A177-3AD203B41FA5}">
                      <a16:colId xmlns:a16="http://schemas.microsoft.com/office/drawing/2014/main" val="2372094640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1961828391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3701515022"/>
                    </a:ext>
                  </a:extLst>
                </a:gridCol>
                <a:gridCol w="2813050">
                  <a:extLst>
                    <a:ext uri="{9D8B030D-6E8A-4147-A177-3AD203B41FA5}">
                      <a16:colId xmlns:a16="http://schemas.microsoft.com/office/drawing/2014/main" val="109269841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Version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Author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Description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Date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321720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1.0</a:t>
                      </a:r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정찬우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dirty="0"/>
                        <a:t>최초 작성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dirty="0"/>
                        <a:t>2024-11-15</a:t>
                      </a:r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21285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116625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그룹 10">
            <a:extLst>
              <a:ext uri="{FF2B5EF4-FFF2-40B4-BE49-F238E27FC236}">
                <a16:creationId xmlns:a16="http://schemas.microsoft.com/office/drawing/2014/main" id="{457E9E92-801C-37B5-E5E1-E210B63688FC}"/>
              </a:ext>
            </a:extLst>
          </p:cNvPr>
          <p:cNvGrpSpPr/>
          <p:nvPr/>
        </p:nvGrpSpPr>
        <p:grpSpPr>
          <a:xfrm>
            <a:off x="403505" y="1587611"/>
            <a:ext cx="6107916" cy="4993163"/>
            <a:chOff x="2227542" y="1191371"/>
            <a:chExt cx="6107916" cy="4993163"/>
          </a:xfrm>
        </p:grpSpPr>
        <p:grpSp>
          <p:nvGrpSpPr>
            <p:cNvPr id="8" name="그룹 7">
              <a:extLst>
                <a:ext uri="{FF2B5EF4-FFF2-40B4-BE49-F238E27FC236}">
                  <a16:creationId xmlns:a16="http://schemas.microsoft.com/office/drawing/2014/main" id="{B374BA9C-30B1-3620-7606-5196292D4B4A}"/>
                </a:ext>
              </a:extLst>
            </p:cNvPr>
            <p:cNvGrpSpPr/>
            <p:nvPr/>
          </p:nvGrpSpPr>
          <p:grpSpPr>
            <a:xfrm>
              <a:off x="2227542" y="1191371"/>
              <a:ext cx="6107916" cy="4993163"/>
              <a:chOff x="3732492" y="1386633"/>
              <a:chExt cx="6107916" cy="4993163"/>
            </a:xfrm>
          </p:grpSpPr>
          <p:pic>
            <p:nvPicPr>
              <p:cNvPr id="6" name="그림 5">
                <a:extLst>
                  <a:ext uri="{FF2B5EF4-FFF2-40B4-BE49-F238E27FC236}">
                    <a16:creationId xmlns:a16="http://schemas.microsoft.com/office/drawing/2014/main" id="{94297145-9709-94B1-A33F-2821779F3F2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3732492" y="1386633"/>
                <a:ext cx="6107916" cy="4993163"/>
              </a:xfrm>
              <a:prstGeom prst="rect">
                <a:avLst/>
              </a:prstGeom>
            </p:spPr>
          </p:pic>
          <p:sp>
            <p:nvSpPr>
              <p:cNvPr id="7" name="직사각형 6">
                <a:extLst>
                  <a:ext uri="{FF2B5EF4-FFF2-40B4-BE49-F238E27FC236}">
                    <a16:creationId xmlns:a16="http://schemas.microsoft.com/office/drawing/2014/main" id="{69680042-B413-AA5F-D28A-120C83B47854}"/>
                  </a:ext>
                </a:extLst>
              </p:cNvPr>
              <p:cNvSpPr/>
              <p:nvPr/>
            </p:nvSpPr>
            <p:spPr>
              <a:xfrm>
                <a:off x="4667250" y="4872038"/>
                <a:ext cx="4810125" cy="1127378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</p:grp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C8F63FB4-7712-2A3C-1343-CF0B454C547A}"/>
                </a:ext>
              </a:extLst>
            </p:cNvPr>
            <p:cNvSpPr/>
            <p:nvPr/>
          </p:nvSpPr>
          <p:spPr>
            <a:xfrm>
              <a:off x="2476501" y="3169018"/>
              <a:ext cx="947738" cy="169495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0717913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</Words>
  <Application>Microsoft Office PowerPoint</Application>
  <PresentationFormat>와이드스크린</PresentationFormat>
  <Paragraphs>8</Paragraphs>
  <Slides>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5" baseType="lpstr">
      <vt:lpstr>맑은 고딕</vt:lpstr>
      <vt:lpstr>Arial</vt:lpstr>
      <vt:lpstr>Office 테마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정찬우</dc:creator>
  <cp:lastModifiedBy>정찬우</cp:lastModifiedBy>
  <cp:revision>2</cp:revision>
  <dcterms:created xsi:type="dcterms:W3CDTF">2024-12-12T08:58:38Z</dcterms:created>
  <dcterms:modified xsi:type="dcterms:W3CDTF">2024-12-12T09:36:45Z</dcterms:modified>
</cp:coreProperties>
</file>