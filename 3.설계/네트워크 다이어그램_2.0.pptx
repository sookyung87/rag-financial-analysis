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CAE94-B4FF-E68A-AD54-F4CF44A09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6C5DB5-0464-2B7E-A356-65B2F9FAF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381EB-514C-72E0-E036-5B7C31A8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B3A335-B5F3-8CF0-DF97-A23687241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291D8C-76D6-FCD8-D23E-355E7805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73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8092A-623F-4060-40BC-069AA56B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F3943-ADA3-6FE9-62A3-69D8FBC6C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90E05E-B1D8-AD5F-1DDB-32F02ED1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07B35-7B29-0248-1BCD-015020A5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681C37-6DB8-7B37-E85F-A049E7F7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89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70AD3-3778-3B39-3228-68E13D5C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3BE866-6ADE-C412-D711-8C7A22C79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6D653C-10CD-AD5E-F858-ACBB57F4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7174FC-E46A-6864-2989-3B3F865F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D1AB83-8AF6-ED7C-C421-BD26500B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46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A7A49-D677-C9FD-FA34-2C5B1255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AB422B-3894-0DDB-EE28-EC0F48B00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973EA1-1A1A-8129-9BC2-F615E5DEA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A2B3BE-7F32-ECFE-40B0-52C8534D2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3C3C02-4053-EE07-A4A4-E57186A8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53B640-03C9-50EB-DC1A-D76AC2BD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64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84B69-91C3-D0A7-3DBC-E9B2E9FB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604A07-88F7-2FD8-E022-0F26F501B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57A3-9B9D-66CC-05CC-98FDA5EBC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CF2CFA-E646-3996-CE3D-63194ABA8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E1AB95-22FE-ED4F-281C-72433D834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112D0F-AD9B-16A0-FC7A-4DDE0B752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C227E8-0644-A6B6-4A68-6CE0CAA0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7E9BBC-13C5-96E5-9BF5-15DE5053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64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E59ED-326F-4555-E529-FE19597A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469A76-0A96-8291-D4C9-BD778853D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CFD1BD-059C-1562-6ADA-F73475E4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6279A5-1AF7-5111-C9AB-66328DCC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53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5426D7-E357-F5CB-8BAD-969F24D8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43CA7E-4816-3EDC-8BE6-C4E1F35C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56FF8-6340-EC3A-5C3D-D879B37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354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DBE93-1185-9C89-462C-7BA3CE199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6D7B34-CE17-136C-C728-3A8DD88B4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7D14D0-6C29-D16D-2544-B320D2286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2E2F45-1B49-2541-9E6F-FF233D3C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B3D724-FFEB-C9B0-C54F-9018D847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17388A-6904-BF44-85F6-E304D005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48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24B14-28E3-6291-E017-087AA9D9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5A3D7A-B891-7E27-8156-F5F4D3910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28F481-FD65-2B4A-9C35-306FB3CA8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CBAC43-F97E-E5DC-D446-341CADB45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97067-569A-2C8C-9AA6-3D77CA24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F4A517-00AD-06C5-98E0-DAE2F0F5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55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64506-7C9D-2E69-18E7-EE658A8A8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EF8D7A-3E47-C694-61A0-DEFCB432C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F3668-B78D-A536-2BFE-55A1D717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BD8DB5-EE05-F2B4-3E16-A5BFBE4F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F0558-F376-8DB0-5554-CA4653B3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40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B6116D-D354-808D-028D-5EEE654D6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E4EA61-04AE-071D-86FA-E6FBB4065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128C0-0D44-B002-96AF-D7354170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36A53F-E9FC-6008-98D2-A3AE46F5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D7B9B7-F060-498A-023E-31BC1EF3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896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5A8082-676B-EAAD-2DF8-368D4A46D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B75C90-980C-5D40-9AB3-DDDB24A63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DBEF-7956-C48E-E923-3A4EC6757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2C4D9-1B07-42D7-BEAF-405888B7EE23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54307-B59D-D3FD-CF72-76AB80120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4831E4-D18E-DB13-4973-A314C7A52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ABF40-760E-42CD-8CBE-E8395AE7F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07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36">
            <a:extLst>
              <a:ext uri="{FF2B5EF4-FFF2-40B4-BE49-F238E27FC236}">
                <a16:creationId xmlns:a16="http://schemas.microsoft.com/office/drawing/2014/main" id="{BA3DF36C-1FB0-1F2A-8AA6-79AD48506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862" y="1626642"/>
            <a:ext cx="849857" cy="849857"/>
          </a:xfrm>
          <a:prstGeom prst="rect">
            <a:avLst/>
          </a:prstGeom>
        </p:spPr>
      </p:pic>
      <p:pic>
        <p:nvPicPr>
          <p:cNvPr id="134" name="Picture 39">
            <a:extLst>
              <a:ext uri="{FF2B5EF4-FFF2-40B4-BE49-F238E27FC236}">
                <a16:creationId xmlns:a16="http://schemas.microsoft.com/office/drawing/2014/main" id="{F63DCF29-97AD-AA27-6DD8-38EAC9A3C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880" y="4708960"/>
            <a:ext cx="993339" cy="993339"/>
          </a:xfrm>
          <a:prstGeom prst="rect">
            <a:avLst/>
          </a:prstGeom>
        </p:spPr>
      </p:pic>
      <p:pic>
        <p:nvPicPr>
          <p:cNvPr id="135" name="Picture 40">
            <a:extLst>
              <a:ext uri="{FF2B5EF4-FFF2-40B4-BE49-F238E27FC236}">
                <a16:creationId xmlns:a16="http://schemas.microsoft.com/office/drawing/2014/main" id="{45183336-9531-A128-C68F-C9C2CB0D4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869" y="4736479"/>
            <a:ext cx="838820" cy="838820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2F18F844-B318-F87B-5EF9-DC0237A0B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767036"/>
            <a:ext cx="10674350" cy="5000015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84ABCD-586D-380E-E58B-CAE085215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78607"/>
              </p:ext>
            </p:extLst>
          </p:nvPr>
        </p:nvGraphicFramePr>
        <p:xfrm>
          <a:off x="127000" y="73085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196149752"/>
                    </a:ext>
                  </a:extLst>
                </a:gridCol>
                <a:gridCol w="6464300">
                  <a:extLst>
                    <a:ext uri="{9D8B030D-6E8A-4147-A177-3AD203B41FA5}">
                      <a16:colId xmlns:a16="http://schemas.microsoft.com/office/drawing/2014/main" val="212309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프로젝트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RAG </a:t>
                      </a:r>
                      <a:r>
                        <a:rPr lang="ko-KR" altLang="en-US" dirty="0"/>
                        <a:t>기술을 활용한 금융정보 분석 </a:t>
                      </a:r>
                      <a:r>
                        <a:rPr lang="en-US" altLang="ko-KR" dirty="0"/>
                        <a:t>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3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ver2.1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09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정찬우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619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 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2025-04-10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32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986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정찬우</dc:creator>
  <cp:lastModifiedBy>정찬우</cp:lastModifiedBy>
  <cp:revision>2</cp:revision>
  <dcterms:created xsi:type="dcterms:W3CDTF">2025-04-26T10:49:19Z</dcterms:created>
  <dcterms:modified xsi:type="dcterms:W3CDTF">2025-04-26T12:08:13Z</dcterms:modified>
</cp:coreProperties>
</file>