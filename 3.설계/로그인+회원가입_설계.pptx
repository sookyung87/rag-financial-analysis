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83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8CEBD4-0002-4566-BF19-075F2CA3088E}" type="datetimeFigureOut">
              <a:rPr lang="ko-KR" altLang="en-US" smtClean="0"/>
              <a:t>2024-12-17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9E31F4-3446-4481-B10F-C4C83D41D8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53932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463609-BA21-407C-8C78-B49151A0FF42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84901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46D7F4-55F3-A641-8146-D021DB925A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52F9C58-20C5-55ED-D58A-7A4FCBC9F8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C8B8B68-5C50-3AAB-2044-E265701B6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33919-491C-4769-B3D6-79464769DB47}" type="datetimeFigureOut">
              <a:rPr lang="ko-KR" altLang="en-US" smtClean="0"/>
              <a:t>2024-12-17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382E5C7-97D8-8770-A80D-B0CE992FE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6F943A5-F0F6-C8E2-8216-A3FE18827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81E0F-9E87-4904-99FE-B4E85395CE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17839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69AF16-4681-2A31-CF78-40C6D42B2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706E267-FA6C-E372-C3F9-12D7855357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558D12-4BDD-FDF5-2056-3753B3C83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33919-491C-4769-B3D6-79464769DB47}" type="datetimeFigureOut">
              <a:rPr lang="ko-KR" altLang="en-US" smtClean="0"/>
              <a:t>2024-12-17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DF957AA-3C26-4426-B131-6E72C85BB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8ED7552-467C-AF85-C31A-78A7476A9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81E0F-9E87-4904-99FE-B4E85395CE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03618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A08A52-ED20-AC68-9F32-3A02473F4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C17D1CE-6CD4-11E7-DF64-D3AD45CA12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3E12A79-F393-CEC4-92C1-71F2CCDF4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33919-491C-4769-B3D6-79464769DB47}" type="datetimeFigureOut">
              <a:rPr lang="ko-KR" altLang="en-US" smtClean="0"/>
              <a:t>2024-12-17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286C189-6080-8FD4-9545-20B081923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0742E0D-30A1-A4DC-3CFE-2A67249F7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81E0F-9E87-4904-99FE-B4E85395CE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21032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010927-B1FF-0330-CFE2-6E2180AB6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B9D088E-F299-95A4-F387-E7F79C3AF4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930CC18-4A68-A5F1-C786-BEC24EC2A9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7C71E10-B0FE-3DEF-C2FF-3B88B489E2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33919-491C-4769-B3D6-79464769DB47}" type="datetimeFigureOut">
              <a:rPr lang="ko-KR" altLang="en-US" smtClean="0"/>
              <a:t>2024-12-17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8685AA6-678A-23BC-DF6D-EA8DD70C29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76C6AED-29F6-0442-F179-4E6739B28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81E0F-9E87-4904-99FE-B4E85395CE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00578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271530-1531-4D54-8F56-A8047E7514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768521A-AEF0-4649-89CD-7F5DE5BC88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80F7610-277A-4CC2-40F5-EF33BEB3E0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B2BD1FD-A1CD-B4A3-21F2-FE71E907AD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222B499-885C-51D6-7B53-157804B1A1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1D1F139-C660-C406-D242-7E83ED0DCA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33919-491C-4769-B3D6-79464769DB47}" type="datetimeFigureOut">
              <a:rPr lang="ko-KR" altLang="en-US" smtClean="0"/>
              <a:t>2024-12-17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690423D-C4C7-20D0-EE1B-C6053EA6E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CBEFBB6-BF59-C02B-E809-80BD4E03D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81E0F-9E87-4904-99FE-B4E85395CE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52504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578111-9879-8965-7344-257E0E496B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FA77028-F48E-E6AE-E526-0E972EEF1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33919-491C-4769-B3D6-79464769DB47}" type="datetimeFigureOut">
              <a:rPr lang="ko-KR" altLang="en-US" smtClean="0"/>
              <a:t>2024-12-17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549A663-6E40-0C6A-BB1D-66BF3EB8E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78B9125-BFA9-ABF3-E5BB-F7D637E92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81E0F-9E87-4904-99FE-B4E85395CE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9696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D4A99CD-D9C3-CBEB-027E-987F0985D8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33919-491C-4769-B3D6-79464769DB47}" type="datetimeFigureOut">
              <a:rPr lang="ko-KR" altLang="en-US" smtClean="0"/>
              <a:t>2024-12-17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1B56DFE-5FB3-C593-62D8-62FCDFEDC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4CD7DFA-EA43-D542-145B-46EE6C31F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81E0F-9E87-4904-99FE-B4E85395CE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00551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0ED89A-C9D1-D65C-3DFA-7FB03F452A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FA540D7-F12E-6A40-2321-5C2C08B1B8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43605F2-F85E-505E-982F-AC32641F04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64C2FE1-6263-C5DD-EC9C-D1FB4AEB22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33919-491C-4769-B3D6-79464769DB47}" type="datetimeFigureOut">
              <a:rPr lang="ko-KR" altLang="en-US" smtClean="0"/>
              <a:t>2024-12-17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AC3E2BF-4BB9-201C-A635-19634CD119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0F8C145-C710-76A6-665F-6DB87F3B8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81E0F-9E87-4904-99FE-B4E85395CE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60576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64D307-D546-7D4F-25CD-5B44573569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412FE44-453E-41B3-9BE1-74935E8B4E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AE84677-7821-CBC6-EFAB-4929E166AC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BC7BAF0-FCC4-2783-DFA0-71FCFAD85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33919-491C-4769-B3D6-79464769DB47}" type="datetimeFigureOut">
              <a:rPr lang="ko-KR" altLang="en-US" smtClean="0"/>
              <a:t>2024-12-17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086661B-1C0C-1274-1866-33D893D49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1B4E94B-7CB3-967D-D8C5-D903EC4CE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81E0F-9E87-4904-99FE-B4E85395CE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21809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6DE631-8FED-826A-F5FB-DE5C9B8300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C52B8F5-A3A6-CF2E-4D40-00C20EA2DA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1B2E9E1-2062-90E4-6C10-2898E5119F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33919-491C-4769-B3D6-79464769DB47}" type="datetimeFigureOut">
              <a:rPr lang="ko-KR" altLang="en-US" smtClean="0"/>
              <a:t>2024-12-17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EFF0870-489E-BED1-68CA-44DE3FAC8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EA285E9-C60F-FE54-A21F-DB4147431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81E0F-9E87-4904-99FE-B4E85395CE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25130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365DD77-ABB7-6217-33EA-B1DBD61246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0BF2E99-C4BB-767A-B0C4-6AAFACD154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0653BEE-7B29-EA52-BE5E-D66A7D2960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33919-491C-4769-B3D6-79464769DB47}" type="datetimeFigureOut">
              <a:rPr lang="ko-KR" altLang="en-US" smtClean="0"/>
              <a:t>2024-12-17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07633A1-67B7-F075-5BAF-A5FE2D01B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036DCB-F4E0-943C-5744-6079F21AD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81E0F-9E87-4904-99FE-B4E85395CE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62211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598F898-BAC4-1350-477E-B2F271FA3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A0E674D-34DA-7E4B-9066-A58054334F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BE31FE3-BD50-6220-512E-7EB1169A4D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533919-491C-4769-B3D6-79464769DB47}" type="datetimeFigureOut">
              <a:rPr lang="ko-KR" altLang="en-US" smtClean="0"/>
              <a:t>2024-12-17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34715DE-5E2C-B161-9527-0E39FE40BB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8F336A2-C02C-B122-B95D-8D2CF9115C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781E0F-9E87-4904-99FE-B4E85395CE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01889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2209800" cy="211667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9800" y="1"/>
            <a:ext cx="9982200" cy="211667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479" y="804334"/>
            <a:ext cx="9533467" cy="8467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09801" y="6536268"/>
            <a:ext cx="9533467" cy="8467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10769600" y="567267"/>
            <a:ext cx="965200" cy="203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16199"/>
              </a:lnSpc>
            </a:pPr>
            <a:r>
              <a:rPr lang="en-US" altLang="ko-KR" sz="1200" dirty="0">
                <a:solidFill>
                  <a:srgbClr val="9E9E9E"/>
                </a:solidFill>
                <a:ea typeface="Pretendard Regular"/>
              </a:rPr>
              <a:t>LLM</a:t>
            </a:r>
            <a:r>
              <a:rPr lang="ko-KR" altLang="en-US" sz="1200" dirty="0">
                <a:solidFill>
                  <a:srgbClr val="9E9E9E"/>
                </a:solidFill>
                <a:ea typeface="Pretendard Regular"/>
              </a:rPr>
              <a:t>의 정상화</a:t>
            </a:r>
            <a:endParaRPr lang="ko-KR" altLang="ko-KR" sz="1200" dirty="0">
              <a:solidFill>
                <a:srgbClr val="9E9E9E"/>
              </a:solidFill>
              <a:ea typeface="Pretendard Regular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595945" y="922868"/>
            <a:ext cx="6070600" cy="414867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altLang="en-US" sz="2333" b="1" dirty="0">
                <a:solidFill>
                  <a:srgbClr val="558ED5"/>
                </a:solidFill>
                <a:latin typeface="+mj-ea"/>
                <a:ea typeface="+mj-ea"/>
              </a:rPr>
              <a:t>로그인 </a:t>
            </a:r>
            <a:r>
              <a:rPr lang="en-US" altLang="ko-KR" sz="2333" b="1" dirty="0">
                <a:solidFill>
                  <a:srgbClr val="558ED5"/>
                </a:solidFill>
                <a:latin typeface="+mj-ea"/>
                <a:ea typeface="+mj-ea"/>
              </a:rPr>
              <a:t>/ </a:t>
            </a:r>
            <a:r>
              <a:rPr lang="ko-KR" altLang="en-US" sz="2333" b="1" dirty="0">
                <a:solidFill>
                  <a:srgbClr val="558ED5"/>
                </a:solidFill>
                <a:latin typeface="+mj-ea"/>
                <a:ea typeface="+mj-ea"/>
              </a:rPr>
              <a:t>회원가입 </a:t>
            </a:r>
            <a:r>
              <a:rPr lang="en-US" altLang="ko-KR" sz="2333" b="1" dirty="0">
                <a:solidFill>
                  <a:srgbClr val="558ED5"/>
                </a:solidFill>
                <a:latin typeface="+mj-ea"/>
                <a:ea typeface="+mj-ea"/>
              </a:rPr>
              <a:t>Flowchart</a:t>
            </a:r>
            <a:endParaRPr lang="en-US" sz="2333" b="1" dirty="0">
              <a:solidFill>
                <a:srgbClr val="558ED5"/>
              </a:solidFill>
              <a:latin typeface="+mj-ea"/>
              <a:ea typeface="+mj-ea"/>
            </a:endParaRPr>
          </a:p>
        </p:txBody>
      </p:sp>
      <p:grpSp>
        <p:nvGrpSpPr>
          <p:cNvPr id="64" name="그룹 63">
            <a:extLst>
              <a:ext uri="{FF2B5EF4-FFF2-40B4-BE49-F238E27FC236}">
                <a16:creationId xmlns:a16="http://schemas.microsoft.com/office/drawing/2014/main" id="{AFF2F1EB-A762-770B-23DF-78D13794D689}"/>
              </a:ext>
            </a:extLst>
          </p:cNvPr>
          <p:cNvGrpSpPr/>
          <p:nvPr/>
        </p:nvGrpSpPr>
        <p:grpSpPr>
          <a:xfrm>
            <a:off x="811007" y="2546555"/>
            <a:ext cx="10569985" cy="3011402"/>
            <a:chOff x="2893836" y="3086100"/>
            <a:chExt cx="14098483" cy="2287678"/>
          </a:xfrm>
        </p:grpSpPr>
        <p:sp>
          <p:nvSpPr>
            <p:cNvPr id="14" name="순서도: 수행의 시작/종료 13">
              <a:extLst>
                <a:ext uri="{FF2B5EF4-FFF2-40B4-BE49-F238E27FC236}">
                  <a16:creationId xmlns:a16="http://schemas.microsoft.com/office/drawing/2014/main" id="{51DE8DBF-8BA1-40B2-8736-B1ABBFAC52C0}"/>
                </a:ext>
              </a:extLst>
            </p:cNvPr>
            <p:cNvSpPr/>
            <p:nvPr/>
          </p:nvSpPr>
          <p:spPr>
            <a:xfrm>
              <a:off x="15315919" y="4599887"/>
              <a:ext cx="1676400" cy="698501"/>
            </a:xfrm>
            <a:prstGeom prst="flowChartTerminator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solidFill>
                <a:srgbClr val="747EA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33" dirty="0">
                  <a:solidFill>
                    <a:schemeClr val="tx1"/>
                  </a:solidFill>
                  <a:latin typeface="+mn-ea"/>
                </a:rPr>
                <a:t>결과 </a:t>
              </a:r>
              <a:r>
                <a:rPr lang="en-US" altLang="ko-KR" sz="933" dirty="0">
                  <a:solidFill>
                    <a:schemeClr val="tx1"/>
                  </a:solidFill>
                  <a:latin typeface="+mn-ea"/>
                </a:rPr>
                <a:t>return</a:t>
              </a:r>
              <a:endParaRPr lang="ko-KR" altLang="en-US" sz="933" dirty="0">
                <a:solidFill>
                  <a:schemeClr val="tx1"/>
                </a:solidFill>
                <a:latin typeface="+mn-ea"/>
              </a:endParaRPr>
            </a:p>
          </p:txBody>
        </p:sp>
        <p:cxnSp>
          <p:nvCxnSpPr>
            <p:cNvPr id="15" name="직선 화살표 연결선 14">
              <a:extLst>
                <a:ext uri="{FF2B5EF4-FFF2-40B4-BE49-F238E27FC236}">
                  <a16:creationId xmlns:a16="http://schemas.microsoft.com/office/drawing/2014/main" id="{56D5966E-97FB-458F-885F-730FA5952052}"/>
                </a:ext>
              </a:extLst>
            </p:cNvPr>
            <p:cNvCxnSpPr/>
            <p:nvPr/>
          </p:nvCxnSpPr>
          <p:spPr>
            <a:xfrm>
              <a:off x="4570236" y="3578279"/>
              <a:ext cx="685800" cy="0"/>
            </a:xfrm>
            <a:prstGeom prst="straightConnector1">
              <a:avLst/>
            </a:prstGeom>
            <a:ln w="38100">
              <a:solidFill>
                <a:srgbClr val="747EA7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순서도: 데이터 15">
              <a:extLst>
                <a:ext uri="{FF2B5EF4-FFF2-40B4-BE49-F238E27FC236}">
                  <a16:creationId xmlns:a16="http://schemas.microsoft.com/office/drawing/2014/main" id="{B6EF0E8F-BA6C-49CF-9130-A2D9E2234F91}"/>
                </a:ext>
              </a:extLst>
            </p:cNvPr>
            <p:cNvSpPr/>
            <p:nvPr/>
          </p:nvSpPr>
          <p:spPr>
            <a:xfrm>
              <a:off x="5105400" y="3229028"/>
              <a:ext cx="1638882" cy="847673"/>
            </a:xfrm>
            <a:prstGeom prst="flowChartInputOutpu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solidFill>
                <a:srgbClr val="747EA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33" dirty="0">
                  <a:solidFill>
                    <a:schemeClr val="tx1"/>
                  </a:solidFill>
                  <a:latin typeface="+mn-ea"/>
                </a:rPr>
                <a:t>Username, password,</a:t>
              </a:r>
            </a:p>
            <a:p>
              <a:pPr algn="ctr"/>
              <a:r>
                <a:rPr lang="en-US" altLang="ko-KR" sz="933" dirty="0">
                  <a:solidFill>
                    <a:schemeClr val="tx1"/>
                  </a:solidFill>
                  <a:latin typeface="+mn-ea"/>
                </a:rPr>
                <a:t>message </a:t>
              </a:r>
              <a:r>
                <a:rPr lang="ko-KR" altLang="en-US" sz="933" dirty="0">
                  <a:solidFill>
                    <a:schemeClr val="tx1"/>
                  </a:solidFill>
                  <a:latin typeface="+mn-ea"/>
                </a:rPr>
                <a:t>입력</a:t>
              </a:r>
            </a:p>
          </p:txBody>
        </p:sp>
        <p:sp>
          <p:nvSpPr>
            <p:cNvPr id="17" name="순서도: 판단 16">
              <a:extLst>
                <a:ext uri="{FF2B5EF4-FFF2-40B4-BE49-F238E27FC236}">
                  <a16:creationId xmlns:a16="http://schemas.microsoft.com/office/drawing/2014/main" id="{D906DD5B-3037-4D7D-B1AE-FB12107111A3}"/>
                </a:ext>
              </a:extLst>
            </p:cNvPr>
            <p:cNvSpPr/>
            <p:nvPr/>
          </p:nvSpPr>
          <p:spPr>
            <a:xfrm>
              <a:off x="7315200" y="3097465"/>
              <a:ext cx="1895535" cy="979238"/>
            </a:xfrm>
            <a:prstGeom prst="flowChartDecision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solidFill>
                <a:srgbClr val="747EA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33" dirty="0">
                  <a:solidFill>
                    <a:schemeClr val="tx1"/>
                  </a:solidFill>
                  <a:latin typeface="+mn-ea"/>
                </a:rPr>
                <a:t>Username</a:t>
              </a:r>
              <a:r>
                <a:rPr lang="ko-KR" altLang="en-US" sz="933" dirty="0">
                  <a:solidFill>
                    <a:schemeClr val="tx1"/>
                  </a:solidFill>
                  <a:latin typeface="+mn-ea"/>
                </a:rPr>
                <a:t> 중복여부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A54907EB-96BE-456B-A649-B65B1B69EDAE}"/>
                </a:ext>
              </a:extLst>
            </p:cNvPr>
            <p:cNvSpPr txBox="1"/>
            <p:nvPr/>
          </p:nvSpPr>
          <p:spPr>
            <a:xfrm>
              <a:off x="8299367" y="4090989"/>
              <a:ext cx="434466" cy="2748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ko-KR" sz="933" dirty="0"/>
                <a:t>no</a:t>
              </a:r>
              <a:endParaRPr lang="ko-KR" altLang="en-US" sz="933" dirty="0"/>
            </a:p>
          </p:txBody>
        </p:sp>
        <p:cxnSp>
          <p:nvCxnSpPr>
            <p:cNvPr id="19" name="직선 화살표 연결선 18">
              <a:extLst>
                <a:ext uri="{FF2B5EF4-FFF2-40B4-BE49-F238E27FC236}">
                  <a16:creationId xmlns:a16="http://schemas.microsoft.com/office/drawing/2014/main" id="{9FBC66BB-2BD4-4E86-A53F-7AAA522212F6}"/>
                </a:ext>
              </a:extLst>
            </p:cNvPr>
            <p:cNvCxnSpPr>
              <a:cxnSpLocks/>
              <a:stCxn id="17" idx="2"/>
              <a:endCxn id="52" idx="0"/>
            </p:cNvCxnSpPr>
            <p:nvPr/>
          </p:nvCxnSpPr>
          <p:spPr>
            <a:xfrm>
              <a:off x="8262968" y="4076700"/>
              <a:ext cx="8795" cy="404223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E467D695-048F-467F-AC8C-84B73052DC4D}"/>
                </a:ext>
              </a:extLst>
            </p:cNvPr>
            <p:cNvSpPr txBox="1"/>
            <p:nvPr/>
          </p:nvSpPr>
          <p:spPr>
            <a:xfrm>
              <a:off x="9342008" y="3327933"/>
              <a:ext cx="479368" cy="2748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ko-KR" sz="933" dirty="0"/>
                <a:t>yes</a:t>
              </a:r>
              <a:endParaRPr lang="ko-KR" altLang="en-US" sz="933" dirty="0"/>
            </a:p>
          </p:txBody>
        </p:sp>
        <p:cxnSp>
          <p:nvCxnSpPr>
            <p:cNvPr id="21" name="직선 화살표 연결선 20">
              <a:extLst>
                <a:ext uri="{FF2B5EF4-FFF2-40B4-BE49-F238E27FC236}">
                  <a16:creationId xmlns:a16="http://schemas.microsoft.com/office/drawing/2014/main" id="{A3F2A2FF-B06E-4A11-9424-E6A1BDAC86C8}"/>
                </a:ext>
              </a:extLst>
            </p:cNvPr>
            <p:cNvCxnSpPr/>
            <p:nvPr/>
          </p:nvCxnSpPr>
          <p:spPr>
            <a:xfrm>
              <a:off x="11795139" y="3578279"/>
              <a:ext cx="685800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BEB0DC5C-21F8-4E22-BB1E-C1792A18F3D2}"/>
                </a:ext>
              </a:extLst>
            </p:cNvPr>
            <p:cNvSpPr txBox="1"/>
            <p:nvPr/>
          </p:nvSpPr>
          <p:spPr>
            <a:xfrm>
              <a:off x="11966989" y="3312502"/>
              <a:ext cx="434466" cy="2748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ko-KR" sz="933" dirty="0"/>
                <a:t>no</a:t>
              </a:r>
              <a:endParaRPr lang="ko-KR" altLang="en-US" sz="933" dirty="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26B0AF58-105C-4CA7-8A37-3E3233804629}"/>
                </a:ext>
              </a:extLst>
            </p:cNvPr>
            <p:cNvSpPr txBox="1"/>
            <p:nvPr/>
          </p:nvSpPr>
          <p:spPr>
            <a:xfrm>
              <a:off x="10845586" y="4124924"/>
              <a:ext cx="479368" cy="2748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ko-KR" sz="933" dirty="0"/>
                <a:t>yes</a:t>
              </a:r>
              <a:endParaRPr lang="ko-KR" altLang="en-US" sz="933" dirty="0"/>
            </a:p>
          </p:txBody>
        </p:sp>
        <p:sp>
          <p:nvSpPr>
            <p:cNvPr id="24" name="순서도: 문서 23">
              <a:extLst>
                <a:ext uri="{FF2B5EF4-FFF2-40B4-BE49-F238E27FC236}">
                  <a16:creationId xmlns:a16="http://schemas.microsoft.com/office/drawing/2014/main" id="{49A53E48-ECB3-4161-9FEE-ED2D902CF466}"/>
                </a:ext>
              </a:extLst>
            </p:cNvPr>
            <p:cNvSpPr/>
            <p:nvPr/>
          </p:nvSpPr>
          <p:spPr>
            <a:xfrm>
              <a:off x="12496800" y="3086100"/>
              <a:ext cx="1439499" cy="1004889"/>
            </a:xfrm>
            <a:prstGeom prst="flowChartDocumen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solidFill>
                <a:srgbClr val="747EA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33" dirty="0">
                  <a:solidFill>
                    <a:schemeClr val="tx1"/>
                  </a:solidFill>
                </a:rPr>
                <a:t>아이디 또는 비밀번호가 잘못되었습니다</a:t>
              </a:r>
              <a:r>
                <a:rPr lang="en-US" altLang="ko-KR" sz="933" dirty="0">
                  <a:solidFill>
                    <a:schemeClr val="tx1"/>
                  </a:solidFill>
                </a:rPr>
                <a:t>.</a:t>
              </a:r>
              <a:endParaRPr lang="ko-KR" altLang="en-US" sz="933" dirty="0">
                <a:solidFill>
                  <a:schemeClr val="tx1"/>
                </a:solidFill>
              </a:endParaRPr>
            </a:p>
          </p:txBody>
        </p:sp>
        <p:sp>
          <p:nvSpPr>
            <p:cNvPr id="31" name="순서도: 수행의 시작/종료 30">
              <a:extLst>
                <a:ext uri="{FF2B5EF4-FFF2-40B4-BE49-F238E27FC236}">
                  <a16:creationId xmlns:a16="http://schemas.microsoft.com/office/drawing/2014/main" id="{E2DD208C-CE9D-4EE1-ABFD-F2E0DB715CCD}"/>
                </a:ext>
              </a:extLst>
            </p:cNvPr>
            <p:cNvSpPr/>
            <p:nvPr/>
          </p:nvSpPr>
          <p:spPr>
            <a:xfrm>
              <a:off x="2893836" y="3229028"/>
              <a:ext cx="1676400" cy="698501"/>
            </a:xfrm>
            <a:prstGeom prst="flowChartTerminator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solidFill>
                <a:srgbClr val="747EA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33" dirty="0">
                  <a:solidFill>
                    <a:schemeClr val="tx1"/>
                  </a:solidFill>
                  <a:latin typeface="+mn-ea"/>
                </a:rPr>
                <a:t>START</a:t>
              </a:r>
              <a:endParaRPr lang="ko-KR" altLang="en-US" sz="933" dirty="0">
                <a:solidFill>
                  <a:schemeClr val="tx1"/>
                </a:solidFill>
                <a:latin typeface="+mn-ea"/>
              </a:endParaRPr>
            </a:p>
          </p:txBody>
        </p:sp>
        <p:cxnSp>
          <p:nvCxnSpPr>
            <p:cNvPr id="32" name="직선 화살표 연결선 31">
              <a:extLst>
                <a:ext uri="{FF2B5EF4-FFF2-40B4-BE49-F238E27FC236}">
                  <a16:creationId xmlns:a16="http://schemas.microsoft.com/office/drawing/2014/main" id="{18891BF4-E2B6-47F7-8EC2-79CE4DB7EF45}"/>
                </a:ext>
              </a:extLst>
            </p:cNvPr>
            <p:cNvCxnSpPr/>
            <p:nvPr/>
          </p:nvCxnSpPr>
          <p:spPr>
            <a:xfrm>
              <a:off x="6602706" y="3578279"/>
              <a:ext cx="685800" cy="0"/>
            </a:xfrm>
            <a:prstGeom prst="straightConnector1">
              <a:avLst/>
            </a:prstGeom>
            <a:ln w="38100">
              <a:solidFill>
                <a:srgbClr val="747EA7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순서도: 판단 32">
              <a:extLst>
                <a:ext uri="{FF2B5EF4-FFF2-40B4-BE49-F238E27FC236}">
                  <a16:creationId xmlns:a16="http://schemas.microsoft.com/office/drawing/2014/main" id="{A880009F-A0B1-420D-BD63-472F43F1BA50}"/>
                </a:ext>
              </a:extLst>
            </p:cNvPr>
            <p:cNvSpPr/>
            <p:nvPr/>
          </p:nvSpPr>
          <p:spPr>
            <a:xfrm>
              <a:off x="9897821" y="3097465"/>
              <a:ext cx="1895535" cy="979238"/>
            </a:xfrm>
            <a:prstGeom prst="flowChartDecision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solidFill>
                <a:srgbClr val="747EA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33" dirty="0">
                  <a:solidFill>
                    <a:schemeClr val="tx1"/>
                  </a:solidFill>
                  <a:latin typeface="+mn-ea"/>
                </a:rPr>
                <a:t>password</a:t>
              </a:r>
              <a:r>
                <a:rPr lang="ko-KR" altLang="en-US" sz="933" dirty="0">
                  <a:solidFill>
                    <a:schemeClr val="tx1"/>
                  </a:solidFill>
                  <a:latin typeface="+mn-ea"/>
                </a:rPr>
                <a:t> 일치여부</a:t>
              </a:r>
            </a:p>
          </p:txBody>
        </p:sp>
        <p:cxnSp>
          <p:nvCxnSpPr>
            <p:cNvPr id="34" name="직선 화살표 연결선 33">
              <a:extLst>
                <a:ext uri="{FF2B5EF4-FFF2-40B4-BE49-F238E27FC236}">
                  <a16:creationId xmlns:a16="http://schemas.microsoft.com/office/drawing/2014/main" id="{1C6C69A3-FF7D-4BBD-93FE-52CF5AE0E24A}"/>
                </a:ext>
              </a:extLst>
            </p:cNvPr>
            <p:cNvCxnSpPr>
              <a:cxnSpLocks/>
            </p:cNvCxnSpPr>
            <p:nvPr/>
          </p:nvCxnSpPr>
          <p:spPr>
            <a:xfrm>
              <a:off x="10845587" y="4076700"/>
              <a:ext cx="8795" cy="404223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0" name="직선 화살표 연결선 39">
              <a:extLst>
                <a:ext uri="{FF2B5EF4-FFF2-40B4-BE49-F238E27FC236}">
                  <a16:creationId xmlns:a16="http://schemas.microsoft.com/office/drawing/2014/main" id="{8E859B6D-07DD-4F7B-ADDC-DEDEFB104127}"/>
                </a:ext>
              </a:extLst>
            </p:cNvPr>
            <p:cNvCxnSpPr/>
            <p:nvPr/>
          </p:nvCxnSpPr>
          <p:spPr>
            <a:xfrm>
              <a:off x="9164666" y="4866431"/>
              <a:ext cx="685800" cy="0"/>
            </a:xfrm>
            <a:prstGeom prst="straightConnector1">
              <a:avLst/>
            </a:prstGeom>
            <a:ln w="38100">
              <a:solidFill>
                <a:srgbClr val="747EA7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직선 화살표 연결선 40">
              <a:extLst>
                <a:ext uri="{FF2B5EF4-FFF2-40B4-BE49-F238E27FC236}">
                  <a16:creationId xmlns:a16="http://schemas.microsoft.com/office/drawing/2014/main" id="{BF2CBA4D-6F1B-404B-900A-EEEE08E26B4D}"/>
                </a:ext>
              </a:extLst>
            </p:cNvPr>
            <p:cNvCxnSpPr/>
            <p:nvPr/>
          </p:nvCxnSpPr>
          <p:spPr>
            <a:xfrm>
              <a:off x="9212021" y="3578279"/>
              <a:ext cx="685800" cy="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직선 화살표 연결선 41">
              <a:extLst>
                <a:ext uri="{FF2B5EF4-FFF2-40B4-BE49-F238E27FC236}">
                  <a16:creationId xmlns:a16="http://schemas.microsoft.com/office/drawing/2014/main" id="{6C2FB15B-01A5-4200-AF0E-53F0BB723568}"/>
                </a:ext>
              </a:extLst>
            </p:cNvPr>
            <p:cNvCxnSpPr/>
            <p:nvPr/>
          </p:nvCxnSpPr>
          <p:spPr>
            <a:xfrm>
              <a:off x="11811000" y="4866431"/>
              <a:ext cx="685800" cy="0"/>
            </a:xfrm>
            <a:prstGeom prst="straightConnector1">
              <a:avLst/>
            </a:prstGeom>
            <a:ln w="38100">
              <a:solidFill>
                <a:srgbClr val="747EA7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순서도: 문서 45">
              <a:extLst>
                <a:ext uri="{FF2B5EF4-FFF2-40B4-BE49-F238E27FC236}">
                  <a16:creationId xmlns:a16="http://schemas.microsoft.com/office/drawing/2014/main" id="{67C2B6FB-3B72-46ED-BC73-DC158EC58A61}"/>
                </a:ext>
              </a:extLst>
            </p:cNvPr>
            <p:cNvSpPr/>
            <p:nvPr/>
          </p:nvSpPr>
          <p:spPr>
            <a:xfrm>
              <a:off x="12553486" y="4480923"/>
              <a:ext cx="1439498" cy="892855"/>
            </a:xfrm>
            <a:prstGeom prst="flowChartDocumen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solidFill>
                <a:srgbClr val="747EA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33" dirty="0">
                  <a:solidFill>
                    <a:schemeClr val="tx1"/>
                  </a:solidFill>
                  <a:latin typeface="+mn-ea"/>
                </a:rPr>
                <a:t>RAG</a:t>
              </a:r>
              <a:r>
                <a:rPr lang="ko-KR" altLang="en-US" sz="933" dirty="0">
                  <a:solidFill>
                    <a:schemeClr val="tx1"/>
                  </a:solidFill>
                  <a:latin typeface="+mn-ea"/>
                </a:rPr>
                <a:t>를 통해 </a:t>
              </a:r>
              <a:endParaRPr lang="en-US" altLang="ko-KR" sz="933" dirty="0">
                <a:solidFill>
                  <a:schemeClr val="tx1"/>
                </a:solidFill>
                <a:latin typeface="+mn-ea"/>
              </a:endParaRPr>
            </a:p>
            <a:p>
              <a:pPr algn="ctr"/>
              <a:r>
                <a:rPr lang="ko-KR" altLang="en-US" sz="933" dirty="0">
                  <a:solidFill>
                    <a:schemeClr val="tx1"/>
                  </a:solidFill>
                  <a:latin typeface="+mn-ea"/>
                </a:rPr>
                <a:t>도출된 결론</a:t>
              </a:r>
            </a:p>
          </p:txBody>
        </p:sp>
        <p:cxnSp>
          <p:nvCxnSpPr>
            <p:cNvPr id="48" name="직선 화살표 연결선 47">
              <a:extLst>
                <a:ext uri="{FF2B5EF4-FFF2-40B4-BE49-F238E27FC236}">
                  <a16:creationId xmlns:a16="http://schemas.microsoft.com/office/drawing/2014/main" id="{B92D0302-1AC8-4254-AF8B-A05A0118AFE4}"/>
                </a:ext>
              </a:extLst>
            </p:cNvPr>
            <p:cNvCxnSpPr>
              <a:cxnSpLocks/>
              <a:stCxn id="46" idx="3"/>
              <a:endCxn id="14" idx="1"/>
            </p:cNvCxnSpPr>
            <p:nvPr/>
          </p:nvCxnSpPr>
          <p:spPr>
            <a:xfrm>
              <a:off x="13992985" y="4927351"/>
              <a:ext cx="1322934" cy="21787"/>
            </a:xfrm>
            <a:prstGeom prst="straightConnector1">
              <a:avLst/>
            </a:prstGeom>
            <a:ln w="38100">
              <a:solidFill>
                <a:srgbClr val="747EA7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연결선: 꺾임 50">
              <a:extLst>
                <a:ext uri="{FF2B5EF4-FFF2-40B4-BE49-F238E27FC236}">
                  <a16:creationId xmlns:a16="http://schemas.microsoft.com/office/drawing/2014/main" id="{2372394C-69E0-4489-91B2-C8BCA10EC728}"/>
                </a:ext>
              </a:extLst>
            </p:cNvPr>
            <p:cNvCxnSpPr>
              <a:cxnSpLocks/>
              <a:stCxn id="24" idx="3"/>
              <a:endCxn id="14" idx="0"/>
            </p:cNvCxnSpPr>
            <p:nvPr/>
          </p:nvCxnSpPr>
          <p:spPr>
            <a:xfrm>
              <a:off x="13936298" y="3588545"/>
              <a:ext cx="2217821" cy="1011342"/>
            </a:xfrm>
            <a:prstGeom prst="bentConnector2">
              <a:avLst/>
            </a:prstGeom>
            <a:ln w="38100">
              <a:solidFill>
                <a:srgbClr val="747EA7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B5E54447-5B3A-475A-8D23-DF1222F27D2A}"/>
                </a:ext>
              </a:extLst>
            </p:cNvPr>
            <p:cNvSpPr/>
            <p:nvPr/>
          </p:nvSpPr>
          <p:spPr>
            <a:xfrm>
              <a:off x="7288506" y="4480924"/>
              <a:ext cx="1966512" cy="817463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solidFill>
                <a:srgbClr val="747EA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33" dirty="0">
                  <a:solidFill>
                    <a:schemeClr val="tx1"/>
                  </a:solidFill>
                  <a:latin typeface="+mn-ea"/>
                </a:rPr>
                <a:t>Username, password</a:t>
              </a:r>
              <a:r>
                <a:rPr lang="ko-KR" altLang="en-US" sz="933" dirty="0">
                  <a:solidFill>
                    <a:schemeClr val="tx1"/>
                  </a:solidFill>
                  <a:latin typeface="+mn-ea"/>
                </a:rPr>
                <a:t>로 계정정보 생성</a:t>
              </a:r>
            </a:p>
          </p:txBody>
        </p:sp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461EC24F-28F1-4B16-BE5F-3C37E8D14167}"/>
                </a:ext>
              </a:extLst>
            </p:cNvPr>
            <p:cNvSpPr/>
            <p:nvPr/>
          </p:nvSpPr>
          <p:spPr>
            <a:xfrm>
              <a:off x="9862331" y="4480924"/>
              <a:ext cx="1966512" cy="817463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solidFill>
                <a:srgbClr val="747EA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33" dirty="0">
                  <a:solidFill>
                    <a:schemeClr val="tx1"/>
                  </a:solidFill>
                  <a:latin typeface="+mn-ea"/>
                </a:rPr>
                <a:t>RAG </a:t>
              </a:r>
              <a:r>
                <a:rPr lang="ko-KR" altLang="en-US" sz="933" dirty="0">
                  <a:solidFill>
                    <a:schemeClr val="tx1"/>
                  </a:solidFill>
                  <a:latin typeface="+mn-ea"/>
                </a:rPr>
                <a:t>프로그램 실행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403852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44</Words>
  <Application>Microsoft Office PowerPoint</Application>
  <PresentationFormat>와이드스크린</PresentationFormat>
  <Paragraphs>18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Pretendard Regular</vt:lpstr>
      <vt:lpstr>Arial</vt:lpstr>
      <vt:lpstr>맑은 고딕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정찬우</dc:creator>
  <cp:lastModifiedBy>정찬우</cp:lastModifiedBy>
  <cp:revision>1</cp:revision>
  <dcterms:created xsi:type="dcterms:W3CDTF">2024-12-17T02:51:25Z</dcterms:created>
  <dcterms:modified xsi:type="dcterms:W3CDTF">2024-12-17T02:54:28Z</dcterms:modified>
</cp:coreProperties>
</file>